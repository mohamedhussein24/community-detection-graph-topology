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9" r:id="rId18"/>
    <p:sldId id="274" r:id="rId19"/>
    <p:sldId id="275" r:id="rId20"/>
    <p:sldId id="276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3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3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24BD09-46BC-4790-919B-76181566DE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8275E6-FF85-4FB4-9F88-E2253B54A28A}">
      <dgm:prSet/>
      <dgm:spPr/>
      <dgm:t>
        <a:bodyPr/>
        <a:lstStyle/>
        <a:p>
          <a:r>
            <a:rPr lang="en-US"/>
            <a:t>What is network science?</a:t>
          </a:r>
        </a:p>
      </dgm:t>
    </dgm:pt>
    <dgm:pt modelId="{840955AB-453C-478D-AAB8-8BC75E1E9841}" type="parTrans" cxnId="{22970792-6C1D-4C2A-94FF-FFC4B316FEBC}">
      <dgm:prSet/>
      <dgm:spPr/>
      <dgm:t>
        <a:bodyPr/>
        <a:lstStyle/>
        <a:p>
          <a:endParaRPr lang="en-US"/>
        </a:p>
      </dgm:t>
    </dgm:pt>
    <dgm:pt modelId="{D1E732AA-7DC3-47B3-B560-1E74070E4B05}" type="sibTrans" cxnId="{22970792-6C1D-4C2A-94FF-FFC4B316FEBC}">
      <dgm:prSet/>
      <dgm:spPr/>
      <dgm:t>
        <a:bodyPr/>
        <a:lstStyle/>
        <a:p>
          <a:endParaRPr lang="en-US"/>
        </a:p>
      </dgm:t>
    </dgm:pt>
    <dgm:pt modelId="{DD13397F-FB9E-49BF-B20A-719FAEE1DBCE}">
      <dgm:prSet/>
      <dgm:spPr/>
      <dgm:t>
        <a:bodyPr/>
        <a:lstStyle/>
        <a:p>
          <a:r>
            <a:rPr lang="en-US"/>
            <a:t>Importance of understanding network structures</a:t>
          </a:r>
        </a:p>
      </dgm:t>
    </dgm:pt>
    <dgm:pt modelId="{E701A49B-DD68-408C-B13B-570493787147}" type="parTrans" cxnId="{0A1B1051-640A-4598-8415-2CB6B64580B9}">
      <dgm:prSet/>
      <dgm:spPr/>
      <dgm:t>
        <a:bodyPr/>
        <a:lstStyle/>
        <a:p>
          <a:endParaRPr lang="en-US"/>
        </a:p>
      </dgm:t>
    </dgm:pt>
    <dgm:pt modelId="{B9598835-34DC-4928-AA1D-157439DF3FA0}" type="sibTrans" cxnId="{0A1B1051-640A-4598-8415-2CB6B64580B9}">
      <dgm:prSet/>
      <dgm:spPr/>
      <dgm:t>
        <a:bodyPr/>
        <a:lstStyle/>
        <a:p>
          <a:endParaRPr lang="en-US"/>
        </a:p>
      </dgm:t>
    </dgm:pt>
    <dgm:pt modelId="{9576E08C-CD02-4291-9FD6-3CFE346C022E}">
      <dgm:prSet/>
      <dgm:spPr/>
      <dgm:t>
        <a:bodyPr/>
        <a:lstStyle/>
        <a:p>
          <a:r>
            <a:rPr lang="en-US"/>
            <a:t>Focus: BA and ER models</a:t>
          </a:r>
        </a:p>
      </dgm:t>
    </dgm:pt>
    <dgm:pt modelId="{7F77CE03-DD70-4F1C-9326-B496EB82D8A4}" type="parTrans" cxnId="{D6DDDAE6-F043-4402-B50B-44D32FE88688}">
      <dgm:prSet/>
      <dgm:spPr/>
      <dgm:t>
        <a:bodyPr/>
        <a:lstStyle/>
        <a:p>
          <a:endParaRPr lang="en-US"/>
        </a:p>
      </dgm:t>
    </dgm:pt>
    <dgm:pt modelId="{76DFBB47-C1AE-44E7-81CE-82CC0E19FD4F}" type="sibTrans" cxnId="{D6DDDAE6-F043-4402-B50B-44D32FE88688}">
      <dgm:prSet/>
      <dgm:spPr/>
      <dgm:t>
        <a:bodyPr/>
        <a:lstStyle/>
        <a:p>
          <a:endParaRPr lang="en-US"/>
        </a:p>
      </dgm:t>
    </dgm:pt>
    <dgm:pt modelId="{2BE495BA-3C34-4D40-B80B-D8860AA405C3}" type="pres">
      <dgm:prSet presAssocID="{5E24BD09-46BC-4790-919B-76181566DE86}" presName="root" presStyleCnt="0">
        <dgm:presLayoutVars>
          <dgm:dir/>
          <dgm:resizeHandles val="exact"/>
        </dgm:presLayoutVars>
      </dgm:prSet>
      <dgm:spPr/>
    </dgm:pt>
    <dgm:pt modelId="{A8A649B4-B99F-4CC3-A028-D837BA6084A5}" type="pres">
      <dgm:prSet presAssocID="{DC8275E6-FF85-4FB4-9F88-E2253B54A28A}" presName="compNode" presStyleCnt="0"/>
      <dgm:spPr/>
    </dgm:pt>
    <dgm:pt modelId="{F4BAD48E-17D2-487A-B6C3-B73E982EB1BE}" type="pres">
      <dgm:prSet presAssocID="{DC8275E6-FF85-4FB4-9F88-E2253B54A28A}" presName="bgRect" presStyleLbl="bgShp" presStyleIdx="0" presStyleCnt="3"/>
      <dgm:spPr/>
    </dgm:pt>
    <dgm:pt modelId="{7D58055F-4BF5-4A97-AF9E-9D1F8D48FBAA}" type="pres">
      <dgm:prSet presAssocID="{DC8275E6-FF85-4FB4-9F88-E2253B54A2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EC2597A-2389-4926-AFAB-99367B1B9D77}" type="pres">
      <dgm:prSet presAssocID="{DC8275E6-FF85-4FB4-9F88-E2253B54A28A}" presName="spaceRect" presStyleCnt="0"/>
      <dgm:spPr/>
    </dgm:pt>
    <dgm:pt modelId="{93819109-D6BB-4724-A02C-15ECB67D4878}" type="pres">
      <dgm:prSet presAssocID="{DC8275E6-FF85-4FB4-9F88-E2253B54A28A}" presName="parTx" presStyleLbl="revTx" presStyleIdx="0" presStyleCnt="3">
        <dgm:presLayoutVars>
          <dgm:chMax val="0"/>
          <dgm:chPref val="0"/>
        </dgm:presLayoutVars>
      </dgm:prSet>
      <dgm:spPr/>
    </dgm:pt>
    <dgm:pt modelId="{127BD43F-38BE-4602-91D5-56E5BA7C3822}" type="pres">
      <dgm:prSet presAssocID="{D1E732AA-7DC3-47B3-B560-1E74070E4B05}" presName="sibTrans" presStyleCnt="0"/>
      <dgm:spPr/>
    </dgm:pt>
    <dgm:pt modelId="{34BCC829-3918-4712-8CF3-62D65562FE3B}" type="pres">
      <dgm:prSet presAssocID="{DD13397F-FB9E-49BF-B20A-719FAEE1DBCE}" presName="compNode" presStyleCnt="0"/>
      <dgm:spPr/>
    </dgm:pt>
    <dgm:pt modelId="{0D15894B-ED46-4992-9EC4-5ECE2B02C026}" type="pres">
      <dgm:prSet presAssocID="{DD13397F-FB9E-49BF-B20A-719FAEE1DBCE}" presName="bgRect" presStyleLbl="bgShp" presStyleIdx="1" presStyleCnt="3"/>
      <dgm:spPr/>
    </dgm:pt>
    <dgm:pt modelId="{0D4D33C2-CA2F-4588-A026-2B6DE9A00DD4}" type="pres">
      <dgm:prSet presAssocID="{DD13397F-FB9E-49BF-B20A-719FAEE1DBC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2C1E8FA-84DA-485E-9E1F-06D3C5253A5B}" type="pres">
      <dgm:prSet presAssocID="{DD13397F-FB9E-49BF-B20A-719FAEE1DBCE}" presName="spaceRect" presStyleCnt="0"/>
      <dgm:spPr/>
    </dgm:pt>
    <dgm:pt modelId="{73DBB8C2-3E82-4CC1-AAE7-B6E85E89F8E4}" type="pres">
      <dgm:prSet presAssocID="{DD13397F-FB9E-49BF-B20A-719FAEE1DBCE}" presName="parTx" presStyleLbl="revTx" presStyleIdx="1" presStyleCnt="3">
        <dgm:presLayoutVars>
          <dgm:chMax val="0"/>
          <dgm:chPref val="0"/>
        </dgm:presLayoutVars>
      </dgm:prSet>
      <dgm:spPr/>
    </dgm:pt>
    <dgm:pt modelId="{FC6C43D9-A889-47F7-A2B3-A1D454AA529F}" type="pres">
      <dgm:prSet presAssocID="{B9598835-34DC-4928-AA1D-157439DF3FA0}" presName="sibTrans" presStyleCnt="0"/>
      <dgm:spPr/>
    </dgm:pt>
    <dgm:pt modelId="{B5E6AFC8-4632-406D-980A-378B2862681C}" type="pres">
      <dgm:prSet presAssocID="{9576E08C-CD02-4291-9FD6-3CFE346C022E}" presName="compNode" presStyleCnt="0"/>
      <dgm:spPr/>
    </dgm:pt>
    <dgm:pt modelId="{FFFFC4BB-D7F8-4C56-9600-17638FA357FA}" type="pres">
      <dgm:prSet presAssocID="{9576E08C-CD02-4291-9FD6-3CFE346C022E}" presName="bgRect" presStyleLbl="bgShp" presStyleIdx="2" presStyleCnt="3"/>
      <dgm:spPr/>
    </dgm:pt>
    <dgm:pt modelId="{92FE1EA4-3E51-44C8-A68E-3A7C119F08E1}" type="pres">
      <dgm:prSet presAssocID="{9576E08C-CD02-4291-9FD6-3CFE346C02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3E383DF-2978-46D5-A252-73A57C61687B}" type="pres">
      <dgm:prSet presAssocID="{9576E08C-CD02-4291-9FD6-3CFE346C022E}" presName="spaceRect" presStyleCnt="0"/>
      <dgm:spPr/>
    </dgm:pt>
    <dgm:pt modelId="{BAADF8A5-106B-43F1-8E23-91725C829CC0}" type="pres">
      <dgm:prSet presAssocID="{9576E08C-CD02-4291-9FD6-3CFE346C022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A1B1051-640A-4598-8415-2CB6B64580B9}" srcId="{5E24BD09-46BC-4790-919B-76181566DE86}" destId="{DD13397F-FB9E-49BF-B20A-719FAEE1DBCE}" srcOrd="1" destOrd="0" parTransId="{E701A49B-DD68-408C-B13B-570493787147}" sibTransId="{B9598835-34DC-4928-AA1D-157439DF3FA0}"/>
    <dgm:cxn modelId="{DAB9B971-793B-4E36-8DDA-CA774E275BF6}" type="presOf" srcId="{DC8275E6-FF85-4FB4-9F88-E2253B54A28A}" destId="{93819109-D6BB-4724-A02C-15ECB67D4878}" srcOrd="0" destOrd="0" presId="urn:microsoft.com/office/officeart/2018/2/layout/IconVerticalSolidList"/>
    <dgm:cxn modelId="{CF51F776-BB21-4169-B519-2B311F79E413}" type="presOf" srcId="{9576E08C-CD02-4291-9FD6-3CFE346C022E}" destId="{BAADF8A5-106B-43F1-8E23-91725C829CC0}" srcOrd="0" destOrd="0" presId="urn:microsoft.com/office/officeart/2018/2/layout/IconVerticalSolidList"/>
    <dgm:cxn modelId="{B1A75F86-D6E3-45DA-A90B-37833639EDB6}" type="presOf" srcId="{DD13397F-FB9E-49BF-B20A-719FAEE1DBCE}" destId="{73DBB8C2-3E82-4CC1-AAE7-B6E85E89F8E4}" srcOrd="0" destOrd="0" presId="urn:microsoft.com/office/officeart/2018/2/layout/IconVerticalSolidList"/>
    <dgm:cxn modelId="{22970792-6C1D-4C2A-94FF-FFC4B316FEBC}" srcId="{5E24BD09-46BC-4790-919B-76181566DE86}" destId="{DC8275E6-FF85-4FB4-9F88-E2253B54A28A}" srcOrd="0" destOrd="0" parTransId="{840955AB-453C-478D-AAB8-8BC75E1E9841}" sibTransId="{D1E732AA-7DC3-47B3-B560-1E74070E4B05}"/>
    <dgm:cxn modelId="{84B0B9D7-9C41-46F8-8BBE-7B05C68D1735}" type="presOf" srcId="{5E24BD09-46BC-4790-919B-76181566DE86}" destId="{2BE495BA-3C34-4D40-B80B-D8860AA405C3}" srcOrd="0" destOrd="0" presId="urn:microsoft.com/office/officeart/2018/2/layout/IconVerticalSolidList"/>
    <dgm:cxn modelId="{D6DDDAE6-F043-4402-B50B-44D32FE88688}" srcId="{5E24BD09-46BC-4790-919B-76181566DE86}" destId="{9576E08C-CD02-4291-9FD6-3CFE346C022E}" srcOrd="2" destOrd="0" parTransId="{7F77CE03-DD70-4F1C-9326-B496EB82D8A4}" sibTransId="{76DFBB47-C1AE-44E7-81CE-82CC0E19FD4F}"/>
    <dgm:cxn modelId="{F516937B-1CB0-4565-88C9-C6C2937E2B12}" type="presParOf" srcId="{2BE495BA-3C34-4D40-B80B-D8860AA405C3}" destId="{A8A649B4-B99F-4CC3-A028-D837BA6084A5}" srcOrd="0" destOrd="0" presId="urn:microsoft.com/office/officeart/2018/2/layout/IconVerticalSolidList"/>
    <dgm:cxn modelId="{0901189D-08DA-4E0D-ADFD-610A15517778}" type="presParOf" srcId="{A8A649B4-B99F-4CC3-A028-D837BA6084A5}" destId="{F4BAD48E-17D2-487A-B6C3-B73E982EB1BE}" srcOrd="0" destOrd="0" presId="urn:microsoft.com/office/officeart/2018/2/layout/IconVerticalSolidList"/>
    <dgm:cxn modelId="{94128EEE-DB5E-41EA-8842-7E9278CC3B30}" type="presParOf" srcId="{A8A649B4-B99F-4CC3-A028-D837BA6084A5}" destId="{7D58055F-4BF5-4A97-AF9E-9D1F8D48FBAA}" srcOrd="1" destOrd="0" presId="urn:microsoft.com/office/officeart/2018/2/layout/IconVerticalSolidList"/>
    <dgm:cxn modelId="{FB8C3164-EE58-4704-98EF-FF161CDC26E5}" type="presParOf" srcId="{A8A649B4-B99F-4CC3-A028-D837BA6084A5}" destId="{DEC2597A-2389-4926-AFAB-99367B1B9D77}" srcOrd="2" destOrd="0" presId="urn:microsoft.com/office/officeart/2018/2/layout/IconVerticalSolidList"/>
    <dgm:cxn modelId="{DEC11032-BC21-42B8-8585-42B105706630}" type="presParOf" srcId="{A8A649B4-B99F-4CC3-A028-D837BA6084A5}" destId="{93819109-D6BB-4724-A02C-15ECB67D4878}" srcOrd="3" destOrd="0" presId="urn:microsoft.com/office/officeart/2018/2/layout/IconVerticalSolidList"/>
    <dgm:cxn modelId="{9B2B648D-43F7-4993-BB16-607950550DE4}" type="presParOf" srcId="{2BE495BA-3C34-4D40-B80B-D8860AA405C3}" destId="{127BD43F-38BE-4602-91D5-56E5BA7C3822}" srcOrd="1" destOrd="0" presId="urn:microsoft.com/office/officeart/2018/2/layout/IconVerticalSolidList"/>
    <dgm:cxn modelId="{9A626331-781A-4F2A-9276-B6E169EAB0A5}" type="presParOf" srcId="{2BE495BA-3C34-4D40-B80B-D8860AA405C3}" destId="{34BCC829-3918-4712-8CF3-62D65562FE3B}" srcOrd="2" destOrd="0" presId="urn:microsoft.com/office/officeart/2018/2/layout/IconVerticalSolidList"/>
    <dgm:cxn modelId="{609A5739-AD2F-4CA1-869D-6BD39D94DF0E}" type="presParOf" srcId="{34BCC829-3918-4712-8CF3-62D65562FE3B}" destId="{0D15894B-ED46-4992-9EC4-5ECE2B02C026}" srcOrd="0" destOrd="0" presId="urn:microsoft.com/office/officeart/2018/2/layout/IconVerticalSolidList"/>
    <dgm:cxn modelId="{C30B8E5D-8F94-45E9-B16D-9E944CF57A17}" type="presParOf" srcId="{34BCC829-3918-4712-8CF3-62D65562FE3B}" destId="{0D4D33C2-CA2F-4588-A026-2B6DE9A00DD4}" srcOrd="1" destOrd="0" presId="urn:microsoft.com/office/officeart/2018/2/layout/IconVerticalSolidList"/>
    <dgm:cxn modelId="{A85DD125-71C9-4CC7-B2B3-D84C5D016460}" type="presParOf" srcId="{34BCC829-3918-4712-8CF3-62D65562FE3B}" destId="{D2C1E8FA-84DA-485E-9E1F-06D3C5253A5B}" srcOrd="2" destOrd="0" presId="urn:microsoft.com/office/officeart/2018/2/layout/IconVerticalSolidList"/>
    <dgm:cxn modelId="{AAC4A92D-92F0-432A-AF43-44EFDEEEC3DF}" type="presParOf" srcId="{34BCC829-3918-4712-8CF3-62D65562FE3B}" destId="{73DBB8C2-3E82-4CC1-AAE7-B6E85E89F8E4}" srcOrd="3" destOrd="0" presId="urn:microsoft.com/office/officeart/2018/2/layout/IconVerticalSolidList"/>
    <dgm:cxn modelId="{F21B77E0-F5CE-4693-88DE-20410B4ECAAA}" type="presParOf" srcId="{2BE495BA-3C34-4D40-B80B-D8860AA405C3}" destId="{FC6C43D9-A889-47F7-A2B3-A1D454AA529F}" srcOrd="3" destOrd="0" presId="urn:microsoft.com/office/officeart/2018/2/layout/IconVerticalSolidList"/>
    <dgm:cxn modelId="{C00E9BF9-B0AC-41FB-A752-E22A4B5C07AD}" type="presParOf" srcId="{2BE495BA-3C34-4D40-B80B-D8860AA405C3}" destId="{B5E6AFC8-4632-406D-980A-378B2862681C}" srcOrd="4" destOrd="0" presId="urn:microsoft.com/office/officeart/2018/2/layout/IconVerticalSolidList"/>
    <dgm:cxn modelId="{326C2968-435F-4E92-BA07-492DCA97B7C9}" type="presParOf" srcId="{B5E6AFC8-4632-406D-980A-378B2862681C}" destId="{FFFFC4BB-D7F8-4C56-9600-17638FA357FA}" srcOrd="0" destOrd="0" presId="urn:microsoft.com/office/officeart/2018/2/layout/IconVerticalSolidList"/>
    <dgm:cxn modelId="{C4B5A7E1-14E8-430F-AD42-7A6290CA217D}" type="presParOf" srcId="{B5E6AFC8-4632-406D-980A-378B2862681C}" destId="{92FE1EA4-3E51-44C8-A68E-3A7C119F08E1}" srcOrd="1" destOrd="0" presId="urn:microsoft.com/office/officeart/2018/2/layout/IconVerticalSolidList"/>
    <dgm:cxn modelId="{3CAC75B8-5CB6-4C54-AE68-BABF5D87F4DF}" type="presParOf" srcId="{B5E6AFC8-4632-406D-980A-378B2862681C}" destId="{83E383DF-2978-46D5-A252-73A57C61687B}" srcOrd="2" destOrd="0" presId="urn:microsoft.com/office/officeart/2018/2/layout/IconVerticalSolidList"/>
    <dgm:cxn modelId="{4E2666F8-2D02-4534-9E3D-B7C47DD69D8C}" type="presParOf" srcId="{B5E6AFC8-4632-406D-980A-378B2862681C}" destId="{BAADF8A5-106B-43F1-8E23-91725C829C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E74517-2582-49D7-90A8-CB8DBDFD124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550803-C225-4E43-9DAA-2F325229FD10}">
      <dgm:prSet/>
      <dgm:spPr/>
      <dgm:t>
        <a:bodyPr/>
        <a:lstStyle/>
        <a:p>
          <a:r>
            <a:rPr lang="en-US"/>
            <a:t>Barabási–Albert (BA) vs. Erdős–Rényi (ER)</a:t>
          </a:r>
        </a:p>
      </dgm:t>
    </dgm:pt>
    <dgm:pt modelId="{574F11FB-B298-489A-97BF-D712E476D9C4}" type="parTrans" cxnId="{F7F779C4-30E8-449D-8E9D-1C88FCB8168E}">
      <dgm:prSet/>
      <dgm:spPr/>
      <dgm:t>
        <a:bodyPr/>
        <a:lstStyle/>
        <a:p>
          <a:endParaRPr lang="en-US"/>
        </a:p>
      </dgm:t>
    </dgm:pt>
    <dgm:pt modelId="{E68E5FE5-6690-4694-BC52-4BF63B05316B}" type="sibTrans" cxnId="{F7F779C4-30E8-449D-8E9D-1C88FCB8168E}">
      <dgm:prSet/>
      <dgm:spPr/>
      <dgm:t>
        <a:bodyPr/>
        <a:lstStyle/>
        <a:p>
          <a:endParaRPr lang="en-US"/>
        </a:p>
      </dgm:t>
    </dgm:pt>
    <dgm:pt modelId="{0FBF6388-FE63-4701-B6E3-726010B38AB3}">
      <dgm:prSet/>
      <dgm:spPr/>
      <dgm:t>
        <a:bodyPr/>
        <a:lstStyle/>
        <a:p>
          <a:r>
            <a:rPr lang="en-US"/>
            <a:t>Same number of nodes, same avg degree</a:t>
          </a:r>
        </a:p>
      </dgm:t>
    </dgm:pt>
    <dgm:pt modelId="{CF785038-76D6-492C-9BA0-0BA6EB887464}" type="parTrans" cxnId="{2BFBDC53-12E5-4702-BBAE-3E61DA55C698}">
      <dgm:prSet/>
      <dgm:spPr/>
      <dgm:t>
        <a:bodyPr/>
        <a:lstStyle/>
        <a:p>
          <a:endParaRPr lang="en-US"/>
        </a:p>
      </dgm:t>
    </dgm:pt>
    <dgm:pt modelId="{505D2139-C4AF-44E7-A1BB-28DB1A18481C}" type="sibTrans" cxnId="{2BFBDC53-12E5-4702-BBAE-3E61DA55C698}">
      <dgm:prSet/>
      <dgm:spPr/>
      <dgm:t>
        <a:bodyPr/>
        <a:lstStyle/>
        <a:p>
          <a:endParaRPr lang="en-US"/>
        </a:p>
      </dgm:t>
    </dgm:pt>
    <dgm:pt modelId="{82EEB042-7389-4A2A-9FA5-6E2299556B7E}">
      <dgm:prSet/>
      <dgm:spPr/>
      <dgm:t>
        <a:bodyPr/>
        <a:lstStyle/>
        <a:p>
          <a:r>
            <a:rPr lang="en-US"/>
            <a:t>Preferential attachment vs uniform randomness</a:t>
          </a:r>
        </a:p>
      </dgm:t>
    </dgm:pt>
    <dgm:pt modelId="{8C0487FC-54A0-43A4-9D7F-9F407CDA0C05}" type="parTrans" cxnId="{08AB8E44-83F0-4EE0-A7B6-CE4AB58C9CA9}">
      <dgm:prSet/>
      <dgm:spPr/>
      <dgm:t>
        <a:bodyPr/>
        <a:lstStyle/>
        <a:p>
          <a:endParaRPr lang="en-US"/>
        </a:p>
      </dgm:t>
    </dgm:pt>
    <dgm:pt modelId="{95AE7E08-206D-4DFB-9F4A-22C4511BED3D}" type="sibTrans" cxnId="{08AB8E44-83F0-4EE0-A7B6-CE4AB58C9CA9}">
      <dgm:prSet/>
      <dgm:spPr/>
      <dgm:t>
        <a:bodyPr/>
        <a:lstStyle/>
        <a:p>
          <a:endParaRPr lang="en-US"/>
        </a:p>
      </dgm:t>
    </dgm:pt>
    <dgm:pt modelId="{D70EE68C-DE8D-4766-9354-5AD990805D26}" type="pres">
      <dgm:prSet presAssocID="{35E74517-2582-49D7-90A8-CB8DBDFD1245}" presName="linear" presStyleCnt="0">
        <dgm:presLayoutVars>
          <dgm:animLvl val="lvl"/>
          <dgm:resizeHandles val="exact"/>
        </dgm:presLayoutVars>
      </dgm:prSet>
      <dgm:spPr/>
    </dgm:pt>
    <dgm:pt modelId="{E56BBC5A-06B5-4A14-9F87-45DD128944C2}" type="pres">
      <dgm:prSet presAssocID="{68550803-C225-4E43-9DAA-2F325229FD1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8FA594-CE6A-4CF5-B490-167F2C05ADB3}" type="pres">
      <dgm:prSet presAssocID="{E68E5FE5-6690-4694-BC52-4BF63B05316B}" presName="spacer" presStyleCnt="0"/>
      <dgm:spPr/>
    </dgm:pt>
    <dgm:pt modelId="{9C27C646-4F19-4E12-8E6D-566B3B39226D}" type="pres">
      <dgm:prSet presAssocID="{0FBF6388-FE63-4701-B6E3-726010B38A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5FA8EE6-8B4A-4959-931C-3F76EB6DA6A8}" type="pres">
      <dgm:prSet presAssocID="{505D2139-C4AF-44E7-A1BB-28DB1A18481C}" presName="spacer" presStyleCnt="0"/>
      <dgm:spPr/>
    </dgm:pt>
    <dgm:pt modelId="{4ECCA3CC-A8D9-4315-8B4A-EAC307B9DCDB}" type="pres">
      <dgm:prSet presAssocID="{82EEB042-7389-4A2A-9FA5-6E2299556B7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69D8505-1CA8-476D-B012-273DF0D1DE9B}" type="presOf" srcId="{35E74517-2582-49D7-90A8-CB8DBDFD1245}" destId="{D70EE68C-DE8D-4766-9354-5AD990805D26}" srcOrd="0" destOrd="0" presId="urn:microsoft.com/office/officeart/2005/8/layout/vList2"/>
    <dgm:cxn modelId="{50F4BD06-0268-40B9-AA6D-CED87E17853D}" type="presOf" srcId="{82EEB042-7389-4A2A-9FA5-6E2299556B7E}" destId="{4ECCA3CC-A8D9-4315-8B4A-EAC307B9DCDB}" srcOrd="0" destOrd="0" presId="urn:microsoft.com/office/officeart/2005/8/layout/vList2"/>
    <dgm:cxn modelId="{08AB8E44-83F0-4EE0-A7B6-CE4AB58C9CA9}" srcId="{35E74517-2582-49D7-90A8-CB8DBDFD1245}" destId="{82EEB042-7389-4A2A-9FA5-6E2299556B7E}" srcOrd="2" destOrd="0" parTransId="{8C0487FC-54A0-43A4-9D7F-9F407CDA0C05}" sibTransId="{95AE7E08-206D-4DFB-9F4A-22C4511BED3D}"/>
    <dgm:cxn modelId="{739E2A6D-78F0-4966-869B-2DCD1CAD9A88}" type="presOf" srcId="{0FBF6388-FE63-4701-B6E3-726010B38AB3}" destId="{9C27C646-4F19-4E12-8E6D-566B3B39226D}" srcOrd="0" destOrd="0" presId="urn:microsoft.com/office/officeart/2005/8/layout/vList2"/>
    <dgm:cxn modelId="{2BFBDC53-12E5-4702-BBAE-3E61DA55C698}" srcId="{35E74517-2582-49D7-90A8-CB8DBDFD1245}" destId="{0FBF6388-FE63-4701-B6E3-726010B38AB3}" srcOrd="1" destOrd="0" parTransId="{CF785038-76D6-492C-9BA0-0BA6EB887464}" sibTransId="{505D2139-C4AF-44E7-A1BB-28DB1A18481C}"/>
    <dgm:cxn modelId="{415C4A98-5631-462E-8F38-631E91BE2AD2}" type="presOf" srcId="{68550803-C225-4E43-9DAA-2F325229FD10}" destId="{E56BBC5A-06B5-4A14-9F87-45DD128944C2}" srcOrd="0" destOrd="0" presId="urn:microsoft.com/office/officeart/2005/8/layout/vList2"/>
    <dgm:cxn modelId="{F7F779C4-30E8-449D-8E9D-1C88FCB8168E}" srcId="{35E74517-2582-49D7-90A8-CB8DBDFD1245}" destId="{68550803-C225-4E43-9DAA-2F325229FD10}" srcOrd="0" destOrd="0" parTransId="{574F11FB-B298-489A-97BF-D712E476D9C4}" sibTransId="{E68E5FE5-6690-4694-BC52-4BF63B05316B}"/>
    <dgm:cxn modelId="{822D3398-D3B5-440C-B132-5BED021C18F7}" type="presParOf" srcId="{D70EE68C-DE8D-4766-9354-5AD990805D26}" destId="{E56BBC5A-06B5-4A14-9F87-45DD128944C2}" srcOrd="0" destOrd="0" presId="urn:microsoft.com/office/officeart/2005/8/layout/vList2"/>
    <dgm:cxn modelId="{397F8B20-9932-4072-A34C-1083BBD31720}" type="presParOf" srcId="{D70EE68C-DE8D-4766-9354-5AD990805D26}" destId="{AA8FA594-CE6A-4CF5-B490-167F2C05ADB3}" srcOrd="1" destOrd="0" presId="urn:microsoft.com/office/officeart/2005/8/layout/vList2"/>
    <dgm:cxn modelId="{D351570E-AFD7-44DC-B02B-59D83CE651F4}" type="presParOf" srcId="{D70EE68C-DE8D-4766-9354-5AD990805D26}" destId="{9C27C646-4F19-4E12-8E6D-566B3B39226D}" srcOrd="2" destOrd="0" presId="urn:microsoft.com/office/officeart/2005/8/layout/vList2"/>
    <dgm:cxn modelId="{7BB2C293-9941-4C38-B0B4-383E68450F61}" type="presParOf" srcId="{D70EE68C-DE8D-4766-9354-5AD990805D26}" destId="{85FA8EE6-8B4A-4959-931C-3F76EB6DA6A8}" srcOrd="3" destOrd="0" presId="urn:microsoft.com/office/officeart/2005/8/layout/vList2"/>
    <dgm:cxn modelId="{F2DDAE2E-1660-47EA-8067-141855B087E5}" type="presParOf" srcId="{D70EE68C-DE8D-4766-9354-5AD990805D26}" destId="{4ECCA3CC-A8D9-4315-8B4A-EAC307B9DCD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4F22F3-8F29-4C83-9F38-99D6C50405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332BED-D740-4442-B852-8BE38E1F2CE0}">
      <dgm:prSet/>
      <dgm:spPr/>
      <dgm:t>
        <a:bodyPr/>
        <a:lstStyle/>
        <a:p>
          <a:r>
            <a:rPr lang="en-US"/>
            <a:t>Compute degree distribution P(k)</a:t>
          </a:r>
        </a:p>
      </dgm:t>
    </dgm:pt>
    <dgm:pt modelId="{E747282D-58AC-49F8-9C54-A1416A6B3A4F}" type="parTrans" cxnId="{B51A3FB1-9A02-4D79-8010-ACCA53B07F18}">
      <dgm:prSet/>
      <dgm:spPr/>
      <dgm:t>
        <a:bodyPr/>
        <a:lstStyle/>
        <a:p>
          <a:endParaRPr lang="en-US"/>
        </a:p>
      </dgm:t>
    </dgm:pt>
    <dgm:pt modelId="{3B6E9329-52E7-4309-99F1-CAEA58DE2FBF}" type="sibTrans" cxnId="{B51A3FB1-9A02-4D79-8010-ACCA53B07F18}">
      <dgm:prSet/>
      <dgm:spPr/>
      <dgm:t>
        <a:bodyPr/>
        <a:lstStyle/>
        <a:p>
          <a:endParaRPr lang="en-US"/>
        </a:p>
      </dgm:t>
    </dgm:pt>
    <dgm:pt modelId="{84C22027-DE81-4E91-BC5E-64AE0D46A944}">
      <dgm:prSet/>
      <dgm:spPr/>
      <dgm:t>
        <a:bodyPr/>
        <a:lstStyle/>
        <a:p>
          <a:r>
            <a:rPr lang="en-US"/>
            <a:t>Normalize and bin data</a:t>
          </a:r>
        </a:p>
      </dgm:t>
    </dgm:pt>
    <dgm:pt modelId="{A23F8238-9325-45F1-9CBA-B21FD1D6BAA6}" type="parTrans" cxnId="{ADEBB1A9-49A4-4FD9-A44E-415BBE8F1865}">
      <dgm:prSet/>
      <dgm:spPr/>
      <dgm:t>
        <a:bodyPr/>
        <a:lstStyle/>
        <a:p>
          <a:endParaRPr lang="en-US"/>
        </a:p>
      </dgm:t>
    </dgm:pt>
    <dgm:pt modelId="{9F3F3127-7378-4BE1-9B28-F1A3F712CDD1}" type="sibTrans" cxnId="{ADEBB1A9-49A4-4FD9-A44E-415BBE8F1865}">
      <dgm:prSet/>
      <dgm:spPr/>
      <dgm:t>
        <a:bodyPr/>
        <a:lstStyle/>
        <a:p>
          <a:endParaRPr lang="en-US"/>
        </a:p>
      </dgm:t>
    </dgm:pt>
    <dgm:pt modelId="{AFF5456D-BACA-441A-8FD4-733391B23427}">
      <dgm:prSet/>
      <dgm:spPr/>
      <dgm:t>
        <a:bodyPr/>
        <a:lstStyle/>
        <a:p>
          <a:r>
            <a:rPr lang="en-US"/>
            <a:t>Plot log–log distributions</a:t>
          </a:r>
        </a:p>
      </dgm:t>
    </dgm:pt>
    <dgm:pt modelId="{5058AC9C-0FC0-4EAF-85C2-2A0212663FD4}" type="parTrans" cxnId="{EA76D31F-F661-4A4A-92D8-4F24D024D01E}">
      <dgm:prSet/>
      <dgm:spPr/>
      <dgm:t>
        <a:bodyPr/>
        <a:lstStyle/>
        <a:p>
          <a:endParaRPr lang="en-US"/>
        </a:p>
      </dgm:t>
    </dgm:pt>
    <dgm:pt modelId="{217CD038-74C9-4B85-AA0E-EA976DF37B3E}" type="sibTrans" cxnId="{EA76D31F-F661-4A4A-92D8-4F24D024D01E}">
      <dgm:prSet/>
      <dgm:spPr/>
      <dgm:t>
        <a:bodyPr/>
        <a:lstStyle/>
        <a:p>
          <a:endParaRPr lang="en-US"/>
        </a:p>
      </dgm:t>
    </dgm:pt>
    <dgm:pt modelId="{71C39E3C-C785-474B-A24C-F97C23BFAF26}" type="pres">
      <dgm:prSet presAssocID="{504F22F3-8F29-4C83-9F38-99D6C5040554}" presName="root" presStyleCnt="0">
        <dgm:presLayoutVars>
          <dgm:dir/>
          <dgm:resizeHandles val="exact"/>
        </dgm:presLayoutVars>
      </dgm:prSet>
      <dgm:spPr/>
    </dgm:pt>
    <dgm:pt modelId="{1A1DAA77-ADF8-4487-BD61-538135884DBF}" type="pres">
      <dgm:prSet presAssocID="{69332BED-D740-4442-B852-8BE38E1F2CE0}" presName="compNode" presStyleCnt="0"/>
      <dgm:spPr/>
    </dgm:pt>
    <dgm:pt modelId="{6725B96E-B8BC-431F-BC5E-C6EA3870C863}" type="pres">
      <dgm:prSet presAssocID="{69332BED-D740-4442-B852-8BE38E1F2CE0}" presName="bgRect" presStyleLbl="bgShp" presStyleIdx="0" presStyleCnt="3"/>
      <dgm:spPr/>
    </dgm:pt>
    <dgm:pt modelId="{D2292FD7-9310-456A-892D-ED21DB39404A}" type="pres">
      <dgm:prSet presAssocID="{69332BED-D740-4442-B852-8BE38E1F2C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C64ADD2-91EA-42B6-A528-72E2FE098797}" type="pres">
      <dgm:prSet presAssocID="{69332BED-D740-4442-B852-8BE38E1F2CE0}" presName="spaceRect" presStyleCnt="0"/>
      <dgm:spPr/>
    </dgm:pt>
    <dgm:pt modelId="{ED77F966-3551-4107-8138-5997E7778744}" type="pres">
      <dgm:prSet presAssocID="{69332BED-D740-4442-B852-8BE38E1F2CE0}" presName="parTx" presStyleLbl="revTx" presStyleIdx="0" presStyleCnt="3">
        <dgm:presLayoutVars>
          <dgm:chMax val="0"/>
          <dgm:chPref val="0"/>
        </dgm:presLayoutVars>
      </dgm:prSet>
      <dgm:spPr/>
    </dgm:pt>
    <dgm:pt modelId="{245905F4-5065-4849-827D-A86715E8824C}" type="pres">
      <dgm:prSet presAssocID="{3B6E9329-52E7-4309-99F1-CAEA58DE2FBF}" presName="sibTrans" presStyleCnt="0"/>
      <dgm:spPr/>
    </dgm:pt>
    <dgm:pt modelId="{CFE1C49A-606E-4FD3-9ED0-1CEF78F1F876}" type="pres">
      <dgm:prSet presAssocID="{84C22027-DE81-4E91-BC5E-64AE0D46A944}" presName="compNode" presStyleCnt="0"/>
      <dgm:spPr/>
    </dgm:pt>
    <dgm:pt modelId="{9E0B46B4-2FEC-4F47-AA86-44F154F3EAE5}" type="pres">
      <dgm:prSet presAssocID="{84C22027-DE81-4E91-BC5E-64AE0D46A944}" presName="bgRect" presStyleLbl="bgShp" presStyleIdx="1" presStyleCnt="3"/>
      <dgm:spPr/>
    </dgm:pt>
    <dgm:pt modelId="{93566907-6DA5-40E1-A598-274EE1B29FB0}" type="pres">
      <dgm:prSet presAssocID="{84C22027-DE81-4E91-BC5E-64AE0D46A9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D102694-A817-4AA6-86C5-A4AD6BB861A5}" type="pres">
      <dgm:prSet presAssocID="{84C22027-DE81-4E91-BC5E-64AE0D46A944}" presName="spaceRect" presStyleCnt="0"/>
      <dgm:spPr/>
    </dgm:pt>
    <dgm:pt modelId="{09A59E63-796C-412D-A759-CB709A47EF56}" type="pres">
      <dgm:prSet presAssocID="{84C22027-DE81-4E91-BC5E-64AE0D46A944}" presName="parTx" presStyleLbl="revTx" presStyleIdx="1" presStyleCnt="3">
        <dgm:presLayoutVars>
          <dgm:chMax val="0"/>
          <dgm:chPref val="0"/>
        </dgm:presLayoutVars>
      </dgm:prSet>
      <dgm:spPr/>
    </dgm:pt>
    <dgm:pt modelId="{824BE816-08A3-41FC-996B-725056EB07BB}" type="pres">
      <dgm:prSet presAssocID="{9F3F3127-7378-4BE1-9B28-F1A3F712CDD1}" presName="sibTrans" presStyleCnt="0"/>
      <dgm:spPr/>
    </dgm:pt>
    <dgm:pt modelId="{EB582411-D364-49F2-B134-CC395D4D96A0}" type="pres">
      <dgm:prSet presAssocID="{AFF5456D-BACA-441A-8FD4-733391B23427}" presName="compNode" presStyleCnt="0"/>
      <dgm:spPr/>
    </dgm:pt>
    <dgm:pt modelId="{1DCE24B1-E713-45CA-BD72-2FA9A16968CE}" type="pres">
      <dgm:prSet presAssocID="{AFF5456D-BACA-441A-8FD4-733391B23427}" presName="bgRect" presStyleLbl="bgShp" presStyleIdx="2" presStyleCnt="3"/>
      <dgm:spPr/>
    </dgm:pt>
    <dgm:pt modelId="{F027D3B9-06D6-4FDD-8B8A-3B24A8FCFFF7}" type="pres">
      <dgm:prSet presAssocID="{AFF5456D-BACA-441A-8FD4-733391B234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82EB4E0-B983-410B-AB94-822643C52162}" type="pres">
      <dgm:prSet presAssocID="{AFF5456D-BACA-441A-8FD4-733391B23427}" presName="spaceRect" presStyleCnt="0"/>
      <dgm:spPr/>
    </dgm:pt>
    <dgm:pt modelId="{D23C8239-0465-48D9-BF28-2942F1A90533}" type="pres">
      <dgm:prSet presAssocID="{AFF5456D-BACA-441A-8FD4-733391B2342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90F406-BBF4-4DE4-9D93-745B3248340F}" type="presOf" srcId="{69332BED-D740-4442-B852-8BE38E1F2CE0}" destId="{ED77F966-3551-4107-8138-5997E7778744}" srcOrd="0" destOrd="0" presId="urn:microsoft.com/office/officeart/2018/2/layout/IconVerticalSolidList"/>
    <dgm:cxn modelId="{EA76D31F-F661-4A4A-92D8-4F24D024D01E}" srcId="{504F22F3-8F29-4C83-9F38-99D6C5040554}" destId="{AFF5456D-BACA-441A-8FD4-733391B23427}" srcOrd="2" destOrd="0" parTransId="{5058AC9C-0FC0-4EAF-85C2-2A0212663FD4}" sibTransId="{217CD038-74C9-4B85-AA0E-EA976DF37B3E}"/>
    <dgm:cxn modelId="{D0D81560-294D-43BC-886D-37BC8B01106D}" type="presOf" srcId="{504F22F3-8F29-4C83-9F38-99D6C5040554}" destId="{71C39E3C-C785-474B-A24C-F97C23BFAF26}" srcOrd="0" destOrd="0" presId="urn:microsoft.com/office/officeart/2018/2/layout/IconVerticalSolidList"/>
    <dgm:cxn modelId="{44F6276D-9E4E-48A0-B0B5-2238A8795B42}" type="presOf" srcId="{84C22027-DE81-4E91-BC5E-64AE0D46A944}" destId="{09A59E63-796C-412D-A759-CB709A47EF56}" srcOrd="0" destOrd="0" presId="urn:microsoft.com/office/officeart/2018/2/layout/IconVerticalSolidList"/>
    <dgm:cxn modelId="{1D1859A6-9AAC-4071-B46C-E6A137B15DDF}" type="presOf" srcId="{AFF5456D-BACA-441A-8FD4-733391B23427}" destId="{D23C8239-0465-48D9-BF28-2942F1A90533}" srcOrd="0" destOrd="0" presId="urn:microsoft.com/office/officeart/2018/2/layout/IconVerticalSolidList"/>
    <dgm:cxn modelId="{ADEBB1A9-49A4-4FD9-A44E-415BBE8F1865}" srcId="{504F22F3-8F29-4C83-9F38-99D6C5040554}" destId="{84C22027-DE81-4E91-BC5E-64AE0D46A944}" srcOrd="1" destOrd="0" parTransId="{A23F8238-9325-45F1-9CBA-B21FD1D6BAA6}" sibTransId="{9F3F3127-7378-4BE1-9B28-F1A3F712CDD1}"/>
    <dgm:cxn modelId="{B51A3FB1-9A02-4D79-8010-ACCA53B07F18}" srcId="{504F22F3-8F29-4C83-9F38-99D6C5040554}" destId="{69332BED-D740-4442-B852-8BE38E1F2CE0}" srcOrd="0" destOrd="0" parTransId="{E747282D-58AC-49F8-9C54-A1416A6B3A4F}" sibTransId="{3B6E9329-52E7-4309-99F1-CAEA58DE2FBF}"/>
    <dgm:cxn modelId="{CD0D4439-D10A-434F-BAD6-FC6A96C0489A}" type="presParOf" srcId="{71C39E3C-C785-474B-A24C-F97C23BFAF26}" destId="{1A1DAA77-ADF8-4487-BD61-538135884DBF}" srcOrd="0" destOrd="0" presId="urn:microsoft.com/office/officeart/2018/2/layout/IconVerticalSolidList"/>
    <dgm:cxn modelId="{55957025-88E5-4452-B142-992E02233826}" type="presParOf" srcId="{1A1DAA77-ADF8-4487-BD61-538135884DBF}" destId="{6725B96E-B8BC-431F-BC5E-C6EA3870C863}" srcOrd="0" destOrd="0" presId="urn:microsoft.com/office/officeart/2018/2/layout/IconVerticalSolidList"/>
    <dgm:cxn modelId="{2EA3CACD-04E7-4E4D-8019-10206576F884}" type="presParOf" srcId="{1A1DAA77-ADF8-4487-BD61-538135884DBF}" destId="{D2292FD7-9310-456A-892D-ED21DB39404A}" srcOrd="1" destOrd="0" presId="urn:microsoft.com/office/officeart/2018/2/layout/IconVerticalSolidList"/>
    <dgm:cxn modelId="{717753A7-D351-4CD4-9724-05D919F1255C}" type="presParOf" srcId="{1A1DAA77-ADF8-4487-BD61-538135884DBF}" destId="{1C64ADD2-91EA-42B6-A528-72E2FE098797}" srcOrd="2" destOrd="0" presId="urn:microsoft.com/office/officeart/2018/2/layout/IconVerticalSolidList"/>
    <dgm:cxn modelId="{67781722-5488-4133-A712-04FF9AB9BA15}" type="presParOf" srcId="{1A1DAA77-ADF8-4487-BD61-538135884DBF}" destId="{ED77F966-3551-4107-8138-5997E7778744}" srcOrd="3" destOrd="0" presId="urn:microsoft.com/office/officeart/2018/2/layout/IconVerticalSolidList"/>
    <dgm:cxn modelId="{34F89DC1-19A8-40C6-B7F9-4218D672019B}" type="presParOf" srcId="{71C39E3C-C785-474B-A24C-F97C23BFAF26}" destId="{245905F4-5065-4849-827D-A86715E8824C}" srcOrd="1" destOrd="0" presId="urn:microsoft.com/office/officeart/2018/2/layout/IconVerticalSolidList"/>
    <dgm:cxn modelId="{2B0880C6-4FBE-4932-AF7F-2EA6A02306D7}" type="presParOf" srcId="{71C39E3C-C785-474B-A24C-F97C23BFAF26}" destId="{CFE1C49A-606E-4FD3-9ED0-1CEF78F1F876}" srcOrd="2" destOrd="0" presId="urn:microsoft.com/office/officeart/2018/2/layout/IconVerticalSolidList"/>
    <dgm:cxn modelId="{F3C72DC6-61B6-43F7-BCFD-5B1924C512AC}" type="presParOf" srcId="{CFE1C49A-606E-4FD3-9ED0-1CEF78F1F876}" destId="{9E0B46B4-2FEC-4F47-AA86-44F154F3EAE5}" srcOrd="0" destOrd="0" presId="urn:microsoft.com/office/officeart/2018/2/layout/IconVerticalSolidList"/>
    <dgm:cxn modelId="{D3487CAE-0459-4C24-B96F-3E89A8CFD5B0}" type="presParOf" srcId="{CFE1C49A-606E-4FD3-9ED0-1CEF78F1F876}" destId="{93566907-6DA5-40E1-A598-274EE1B29FB0}" srcOrd="1" destOrd="0" presId="urn:microsoft.com/office/officeart/2018/2/layout/IconVerticalSolidList"/>
    <dgm:cxn modelId="{053B84FE-D15F-4393-8821-0E028ABE8968}" type="presParOf" srcId="{CFE1C49A-606E-4FD3-9ED0-1CEF78F1F876}" destId="{CD102694-A817-4AA6-86C5-A4AD6BB861A5}" srcOrd="2" destOrd="0" presId="urn:microsoft.com/office/officeart/2018/2/layout/IconVerticalSolidList"/>
    <dgm:cxn modelId="{EA0239BC-1007-4826-A644-7865FB3BB5C3}" type="presParOf" srcId="{CFE1C49A-606E-4FD3-9ED0-1CEF78F1F876}" destId="{09A59E63-796C-412D-A759-CB709A47EF56}" srcOrd="3" destOrd="0" presId="urn:microsoft.com/office/officeart/2018/2/layout/IconVerticalSolidList"/>
    <dgm:cxn modelId="{D16F1EEE-12E9-444B-BBCC-B2B9A0A49D27}" type="presParOf" srcId="{71C39E3C-C785-474B-A24C-F97C23BFAF26}" destId="{824BE816-08A3-41FC-996B-725056EB07BB}" srcOrd="3" destOrd="0" presId="urn:microsoft.com/office/officeart/2018/2/layout/IconVerticalSolidList"/>
    <dgm:cxn modelId="{3A0D85C6-F502-4F80-905A-1588BB292D54}" type="presParOf" srcId="{71C39E3C-C785-474B-A24C-F97C23BFAF26}" destId="{EB582411-D364-49F2-B134-CC395D4D96A0}" srcOrd="4" destOrd="0" presId="urn:microsoft.com/office/officeart/2018/2/layout/IconVerticalSolidList"/>
    <dgm:cxn modelId="{89300EAB-318C-4A22-8380-F37A38901439}" type="presParOf" srcId="{EB582411-D364-49F2-B134-CC395D4D96A0}" destId="{1DCE24B1-E713-45CA-BD72-2FA9A16968CE}" srcOrd="0" destOrd="0" presId="urn:microsoft.com/office/officeart/2018/2/layout/IconVerticalSolidList"/>
    <dgm:cxn modelId="{BF8FA9B4-E8C9-4323-83A0-005AE8057CE1}" type="presParOf" srcId="{EB582411-D364-49F2-B134-CC395D4D96A0}" destId="{F027D3B9-06D6-4FDD-8B8A-3B24A8FCFFF7}" srcOrd="1" destOrd="0" presId="urn:microsoft.com/office/officeart/2018/2/layout/IconVerticalSolidList"/>
    <dgm:cxn modelId="{DD684D12-6487-4B5A-80E8-9F43BA722F95}" type="presParOf" srcId="{EB582411-D364-49F2-B134-CC395D4D96A0}" destId="{B82EB4E0-B983-410B-AB94-822643C52162}" srcOrd="2" destOrd="0" presId="urn:microsoft.com/office/officeart/2018/2/layout/IconVerticalSolidList"/>
    <dgm:cxn modelId="{B9A79957-B41E-4955-AD55-8A90866FD751}" type="presParOf" srcId="{EB582411-D364-49F2-B134-CC395D4D96A0}" destId="{D23C8239-0465-48D9-BF28-2942F1A905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62E9B6-A704-45B2-B77B-830F2EA40F1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14E8105-E7E5-4573-85AA-F6B60244D52F}">
      <dgm:prSet/>
      <dgm:spPr/>
      <dgm:t>
        <a:bodyPr/>
        <a:lstStyle/>
        <a:p>
          <a:pPr>
            <a:defRPr cap="all"/>
          </a:pPr>
          <a:r>
            <a:rPr lang="en-US"/>
            <a:t>ER plot peaks sharply at mean degree</a:t>
          </a:r>
        </a:p>
      </dgm:t>
    </dgm:pt>
    <dgm:pt modelId="{356E31A7-A986-4441-A52F-7E367A9A9DBD}" type="parTrans" cxnId="{D9422EB0-7455-4BA2-9AE3-4F9952DDBC48}">
      <dgm:prSet/>
      <dgm:spPr/>
      <dgm:t>
        <a:bodyPr/>
        <a:lstStyle/>
        <a:p>
          <a:endParaRPr lang="en-US"/>
        </a:p>
      </dgm:t>
    </dgm:pt>
    <dgm:pt modelId="{420D0DF4-473B-4BBC-A87E-F7A2D0918AF9}" type="sibTrans" cxnId="{D9422EB0-7455-4BA2-9AE3-4F9952DDBC48}">
      <dgm:prSet/>
      <dgm:spPr/>
      <dgm:t>
        <a:bodyPr/>
        <a:lstStyle/>
        <a:p>
          <a:endParaRPr lang="en-US"/>
        </a:p>
      </dgm:t>
    </dgm:pt>
    <dgm:pt modelId="{52F6901F-D7F0-4518-90F4-680159DC359B}">
      <dgm:prSet/>
      <dgm:spPr/>
      <dgm:t>
        <a:bodyPr/>
        <a:lstStyle/>
        <a:p>
          <a:pPr>
            <a:defRPr cap="all"/>
          </a:pPr>
          <a:r>
            <a:rPr lang="en-US"/>
            <a:t>No power-law tail</a:t>
          </a:r>
        </a:p>
      </dgm:t>
    </dgm:pt>
    <dgm:pt modelId="{4979D7AE-7AAB-4C13-9BA9-8A6F4896CA97}" type="parTrans" cxnId="{F243A308-0468-4B08-A4FB-11A001E8ABA8}">
      <dgm:prSet/>
      <dgm:spPr/>
      <dgm:t>
        <a:bodyPr/>
        <a:lstStyle/>
        <a:p>
          <a:endParaRPr lang="en-US"/>
        </a:p>
      </dgm:t>
    </dgm:pt>
    <dgm:pt modelId="{62AC2B53-0E81-4410-B89F-75A2A37D2671}" type="sibTrans" cxnId="{F243A308-0468-4B08-A4FB-11A001E8ABA8}">
      <dgm:prSet/>
      <dgm:spPr/>
      <dgm:t>
        <a:bodyPr/>
        <a:lstStyle/>
        <a:p>
          <a:endParaRPr lang="en-US"/>
        </a:p>
      </dgm:t>
    </dgm:pt>
    <dgm:pt modelId="{6628921A-764E-4EB5-83A2-EB8E439DBD6A}">
      <dgm:prSet/>
      <dgm:spPr/>
      <dgm:t>
        <a:bodyPr/>
        <a:lstStyle/>
        <a:p>
          <a:pPr>
            <a:defRPr cap="all"/>
          </a:pPr>
          <a:r>
            <a:rPr lang="en-US"/>
            <a:t>Poisson-like decay</a:t>
          </a:r>
        </a:p>
      </dgm:t>
    </dgm:pt>
    <dgm:pt modelId="{62734292-6FD5-4186-9487-9ABB1D5210FB}" type="parTrans" cxnId="{E054890A-F6D7-4031-9734-62C936C2F355}">
      <dgm:prSet/>
      <dgm:spPr/>
      <dgm:t>
        <a:bodyPr/>
        <a:lstStyle/>
        <a:p>
          <a:endParaRPr lang="en-US"/>
        </a:p>
      </dgm:t>
    </dgm:pt>
    <dgm:pt modelId="{895F233F-CD5E-4CD0-A107-6EA2CCD98C6E}" type="sibTrans" cxnId="{E054890A-F6D7-4031-9734-62C936C2F355}">
      <dgm:prSet/>
      <dgm:spPr/>
      <dgm:t>
        <a:bodyPr/>
        <a:lstStyle/>
        <a:p>
          <a:endParaRPr lang="en-US"/>
        </a:p>
      </dgm:t>
    </dgm:pt>
    <dgm:pt modelId="{BCDC2770-95D7-4ED4-8291-57D7E08BCC75}" type="pres">
      <dgm:prSet presAssocID="{B362E9B6-A704-45B2-B77B-830F2EA40F1F}" presName="root" presStyleCnt="0">
        <dgm:presLayoutVars>
          <dgm:dir/>
          <dgm:resizeHandles val="exact"/>
        </dgm:presLayoutVars>
      </dgm:prSet>
      <dgm:spPr/>
    </dgm:pt>
    <dgm:pt modelId="{66FD12CC-CD74-41DD-A13E-B4F13F258934}" type="pres">
      <dgm:prSet presAssocID="{214E8105-E7E5-4573-85AA-F6B60244D52F}" presName="compNode" presStyleCnt="0"/>
      <dgm:spPr/>
    </dgm:pt>
    <dgm:pt modelId="{8440D029-98C2-419B-89CE-E3FBE8C2F4D0}" type="pres">
      <dgm:prSet presAssocID="{214E8105-E7E5-4573-85AA-F6B60244D52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D0D3BC4-35CE-4E0E-9EC8-B67846D95350}" type="pres">
      <dgm:prSet presAssocID="{214E8105-E7E5-4573-85AA-F6B60244D5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A14DBFC-9127-4560-8BE9-C5C841AEEA07}" type="pres">
      <dgm:prSet presAssocID="{214E8105-E7E5-4573-85AA-F6B60244D52F}" presName="spaceRect" presStyleCnt="0"/>
      <dgm:spPr/>
    </dgm:pt>
    <dgm:pt modelId="{7A255FBB-147D-4738-9E5A-D2F6E1B9E9A1}" type="pres">
      <dgm:prSet presAssocID="{214E8105-E7E5-4573-85AA-F6B60244D52F}" presName="textRect" presStyleLbl="revTx" presStyleIdx="0" presStyleCnt="3">
        <dgm:presLayoutVars>
          <dgm:chMax val="1"/>
          <dgm:chPref val="1"/>
        </dgm:presLayoutVars>
      </dgm:prSet>
      <dgm:spPr/>
    </dgm:pt>
    <dgm:pt modelId="{DC2DEC4A-A32A-477C-B762-C21C6FBBF9AD}" type="pres">
      <dgm:prSet presAssocID="{420D0DF4-473B-4BBC-A87E-F7A2D0918AF9}" presName="sibTrans" presStyleCnt="0"/>
      <dgm:spPr/>
    </dgm:pt>
    <dgm:pt modelId="{48C200FA-CD5E-46A8-9158-07E8908620AB}" type="pres">
      <dgm:prSet presAssocID="{52F6901F-D7F0-4518-90F4-680159DC359B}" presName="compNode" presStyleCnt="0"/>
      <dgm:spPr/>
    </dgm:pt>
    <dgm:pt modelId="{743506C1-3FC5-4208-802A-DADE7588C270}" type="pres">
      <dgm:prSet presAssocID="{52F6901F-D7F0-4518-90F4-680159DC359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4F63314-EC52-461E-A64A-896374ABA47B}" type="pres">
      <dgm:prSet presAssocID="{52F6901F-D7F0-4518-90F4-680159DC35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322114D9-529A-404D-AF68-85470D055783}" type="pres">
      <dgm:prSet presAssocID="{52F6901F-D7F0-4518-90F4-680159DC359B}" presName="spaceRect" presStyleCnt="0"/>
      <dgm:spPr/>
    </dgm:pt>
    <dgm:pt modelId="{EFF265D2-1608-409D-827F-81E29508339C}" type="pres">
      <dgm:prSet presAssocID="{52F6901F-D7F0-4518-90F4-680159DC359B}" presName="textRect" presStyleLbl="revTx" presStyleIdx="1" presStyleCnt="3">
        <dgm:presLayoutVars>
          <dgm:chMax val="1"/>
          <dgm:chPref val="1"/>
        </dgm:presLayoutVars>
      </dgm:prSet>
      <dgm:spPr/>
    </dgm:pt>
    <dgm:pt modelId="{C8BB7377-4A3C-4285-8204-23AEC0147E21}" type="pres">
      <dgm:prSet presAssocID="{62AC2B53-0E81-4410-B89F-75A2A37D2671}" presName="sibTrans" presStyleCnt="0"/>
      <dgm:spPr/>
    </dgm:pt>
    <dgm:pt modelId="{52018260-EEBE-4111-9E91-2E4478C0D3F5}" type="pres">
      <dgm:prSet presAssocID="{6628921A-764E-4EB5-83A2-EB8E439DBD6A}" presName="compNode" presStyleCnt="0"/>
      <dgm:spPr/>
    </dgm:pt>
    <dgm:pt modelId="{6D8006B3-F7FF-437D-981A-5807F4A2E9B8}" type="pres">
      <dgm:prSet presAssocID="{6628921A-764E-4EB5-83A2-EB8E439DBD6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84AD440-BB62-43DA-97C8-489B2D352ECD}" type="pres">
      <dgm:prSet presAssocID="{6628921A-764E-4EB5-83A2-EB8E439DBD6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4B34419D-8CEB-4397-8472-EBFBE1C889E5}" type="pres">
      <dgm:prSet presAssocID="{6628921A-764E-4EB5-83A2-EB8E439DBD6A}" presName="spaceRect" presStyleCnt="0"/>
      <dgm:spPr/>
    </dgm:pt>
    <dgm:pt modelId="{BD935157-F39D-48B0-AEC8-FD3CC75858F7}" type="pres">
      <dgm:prSet presAssocID="{6628921A-764E-4EB5-83A2-EB8E439DBD6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43A308-0468-4B08-A4FB-11A001E8ABA8}" srcId="{B362E9B6-A704-45B2-B77B-830F2EA40F1F}" destId="{52F6901F-D7F0-4518-90F4-680159DC359B}" srcOrd="1" destOrd="0" parTransId="{4979D7AE-7AAB-4C13-9BA9-8A6F4896CA97}" sibTransId="{62AC2B53-0E81-4410-B89F-75A2A37D2671}"/>
    <dgm:cxn modelId="{E054890A-F6D7-4031-9734-62C936C2F355}" srcId="{B362E9B6-A704-45B2-B77B-830F2EA40F1F}" destId="{6628921A-764E-4EB5-83A2-EB8E439DBD6A}" srcOrd="2" destOrd="0" parTransId="{62734292-6FD5-4186-9487-9ABB1D5210FB}" sibTransId="{895F233F-CD5E-4CD0-A107-6EA2CCD98C6E}"/>
    <dgm:cxn modelId="{B0C5DC66-A0FE-4E6E-98B5-3DF2249D26AF}" type="presOf" srcId="{B362E9B6-A704-45B2-B77B-830F2EA40F1F}" destId="{BCDC2770-95D7-4ED4-8291-57D7E08BCC75}" srcOrd="0" destOrd="0" presId="urn:microsoft.com/office/officeart/2018/5/layout/IconLeafLabelList"/>
    <dgm:cxn modelId="{9ABF6F87-EA47-45C3-8882-58548DD99437}" type="presOf" srcId="{6628921A-764E-4EB5-83A2-EB8E439DBD6A}" destId="{BD935157-F39D-48B0-AEC8-FD3CC75858F7}" srcOrd="0" destOrd="0" presId="urn:microsoft.com/office/officeart/2018/5/layout/IconLeafLabelList"/>
    <dgm:cxn modelId="{C3F898A2-6F04-4929-A08C-88AFA4D29671}" type="presOf" srcId="{214E8105-E7E5-4573-85AA-F6B60244D52F}" destId="{7A255FBB-147D-4738-9E5A-D2F6E1B9E9A1}" srcOrd="0" destOrd="0" presId="urn:microsoft.com/office/officeart/2018/5/layout/IconLeafLabelList"/>
    <dgm:cxn modelId="{D9422EB0-7455-4BA2-9AE3-4F9952DDBC48}" srcId="{B362E9B6-A704-45B2-B77B-830F2EA40F1F}" destId="{214E8105-E7E5-4573-85AA-F6B60244D52F}" srcOrd="0" destOrd="0" parTransId="{356E31A7-A986-4441-A52F-7E367A9A9DBD}" sibTransId="{420D0DF4-473B-4BBC-A87E-F7A2D0918AF9}"/>
    <dgm:cxn modelId="{92C079BD-FDEB-4C75-B46F-F2E68D34FAB2}" type="presOf" srcId="{52F6901F-D7F0-4518-90F4-680159DC359B}" destId="{EFF265D2-1608-409D-827F-81E29508339C}" srcOrd="0" destOrd="0" presId="urn:microsoft.com/office/officeart/2018/5/layout/IconLeafLabelList"/>
    <dgm:cxn modelId="{D7DC5F8F-7EC2-40A4-928F-3E41A3961F11}" type="presParOf" srcId="{BCDC2770-95D7-4ED4-8291-57D7E08BCC75}" destId="{66FD12CC-CD74-41DD-A13E-B4F13F258934}" srcOrd="0" destOrd="0" presId="urn:microsoft.com/office/officeart/2018/5/layout/IconLeafLabelList"/>
    <dgm:cxn modelId="{FBED8858-ACB5-4D2E-B9ED-69BC4EC31091}" type="presParOf" srcId="{66FD12CC-CD74-41DD-A13E-B4F13F258934}" destId="{8440D029-98C2-419B-89CE-E3FBE8C2F4D0}" srcOrd="0" destOrd="0" presId="urn:microsoft.com/office/officeart/2018/5/layout/IconLeafLabelList"/>
    <dgm:cxn modelId="{F76C2C23-55C7-4F80-A463-C51E28B84246}" type="presParOf" srcId="{66FD12CC-CD74-41DD-A13E-B4F13F258934}" destId="{1D0D3BC4-35CE-4E0E-9EC8-B67846D95350}" srcOrd="1" destOrd="0" presId="urn:microsoft.com/office/officeart/2018/5/layout/IconLeafLabelList"/>
    <dgm:cxn modelId="{5C6380E5-09FF-4F86-A16D-AAC2117C5BAA}" type="presParOf" srcId="{66FD12CC-CD74-41DD-A13E-B4F13F258934}" destId="{2A14DBFC-9127-4560-8BE9-C5C841AEEA07}" srcOrd="2" destOrd="0" presId="urn:microsoft.com/office/officeart/2018/5/layout/IconLeafLabelList"/>
    <dgm:cxn modelId="{F86C5B44-B258-46C8-B859-2628D3B2D7DA}" type="presParOf" srcId="{66FD12CC-CD74-41DD-A13E-B4F13F258934}" destId="{7A255FBB-147D-4738-9E5A-D2F6E1B9E9A1}" srcOrd="3" destOrd="0" presId="urn:microsoft.com/office/officeart/2018/5/layout/IconLeafLabelList"/>
    <dgm:cxn modelId="{9AF2CD2C-7FE0-4A3B-B728-61AA3738BCCF}" type="presParOf" srcId="{BCDC2770-95D7-4ED4-8291-57D7E08BCC75}" destId="{DC2DEC4A-A32A-477C-B762-C21C6FBBF9AD}" srcOrd="1" destOrd="0" presId="urn:microsoft.com/office/officeart/2018/5/layout/IconLeafLabelList"/>
    <dgm:cxn modelId="{A0DA3898-5EAF-40A7-AB41-0F373EA090D3}" type="presParOf" srcId="{BCDC2770-95D7-4ED4-8291-57D7E08BCC75}" destId="{48C200FA-CD5E-46A8-9158-07E8908620AB}" srcOrd="2" destOrd="0" presId="urn:microsoft.com/office/officeart/2018/5/layout/IconLeafLabelList"/>
    <dgm:cxn modelId="{1CB629DA-C59E-4CB3-8DE9-EF3940598684}" type="presParOf" srcId="{48C200FA-CD5E-46A8-9158-07E8908620AB}" destId="{743506C1-3FC5-4208-802A-DADE7588C270}" srcOrd="0" destOrd="0" presId="urn:microsoft.com/office/officeart/2018/5/layout/IconLeafLabelList"/>
    <dgm:cxn modelId="{2A8DDEC8-4CE1-499E-9DCB-8894DE303F44}" type="presParOf" srcId="{48C200FA-CD5E-46A8-9158-07E8908620AB}" destId="{B4F63314-EC52-461E-A64A-896374ABA47B}" srcOrd="1" destOrd="0" presId="urn:microsoft.com/office/officeart/2018/5/layout/IconLeafLabelList"/>
    <dgm:cxn modelId="{F57CA807-A051-4D51-9DCD-7EA2BFB39C75}" type="presParOf" srcId="{48C200FA-CD5E-46A8-9158-07E8908620AB}" destId="{322114D9-529A-404D-AF68-85470D055783}" srcOrd="2" destOrd="0" presId="urn:microsoft.com/office/officeart/2018/5/layout/IconLeafLabelList"/>
    <dgm:cxn modelId="{1FABBB24-C211-4425-A83D-0464D6FAF7E1}" type="presParOf" srcId="{48C200FA-CD5E-46A8-9158-07E8908620AB}" destId="{EFF265D2-1608-409D-827F-81E29508339C}" srcOrd="3" destOrd="0" presId="urn:microsoft.com/office/officeart/2018/5/layout/IconLeafLabelList"/>
    <dgm:cxn modelId="{2024FACB-9925-4B5B-A016-B43785AA982C}" type="presParOf" srcId="{BCDC2770-95D7-4ED4-8291-57D7E08BCC75}" destId="{C8BB7377-4A3C-4285-8204-23AEC0147E21}" srcOrd="3" destOrd="0" presId="urn:microsoft.com/office/officeart/2018/5/layout/IconLeafLabelList"/>
    <dgm:cxn modelId="{F926127C-0D1B-4439-8650-B0BA02884EAB}" type="presParOf" srcId="{BCDC2770-95D7-4ED4-8291-57D7E08BCC75}" destId="{52018260-EEBE-4111-9E91-2E4478C0D3F5}" srcOrd="4" destOrd="0" presId="urn:microsoft.com/office/officeart/2018/5/layout/IconLeafLabelList"/>
    <dgm:cxn modelId="{A31F29CB-8F07-41DF-A633-29E8D6838104}" type="presParOf" srcId="{52018260-EEBE-4111-9E91-2E4478C0D3F5}" destId="{6D8006B3-F7FF-437D-981A-5807F4A2E9B8}" srcOrd="0" destOrd="0" presId="urn:microsoft.com/office/officeart/2018/5/layout/IconLeafLabelList"/>
    <dgm:cxn modelId="{D4BC090D-57AC-4C72-81CB-D343B178E9B8}" type="presParOf" srcId="{52018260-EEBE-4111-9E91-2E4478C0D3F5}" destId="{684AD440-BB62-43DA-97C8-489B2D352ECD}" srcOrd="1" destOrd="0" presId="urn:microsoft.com/office/officeart/2018/5/layout/IconLeafLabelList"/>
    <dgm:cxn modelId="{D815FEBF-CDF0-4689-98F7-AD16458ABD42}" type="presParOf" srcId="{52018260-EEBE-4111-9E91-2E4478C0D3F5}" destId="{4B34419D-8CEB-4397-8472-EBFBE1C889E5}" srcOrd="2" destOrd="0" presId="urn:microsoft.com/office/officeart/2018/5/layout/IconLeafLabelList"/>
    <dgm:cxn modelId="{FA0F958A-855C-4DBB-B628-FDBCC205DDD2}" type="presParOf" srcId="{52018260-EEBE-4111-9E91-2E4478C0D3F5}" destId="{BD935157-F39D-48B0-AEC8-FD3CC75858F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093BEE-752A-4899-99A6-C8D62A3E798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F89968-8BF7-42FE-BC29-328E5EC4D0B3}">
      <dgm:prSet/>
      <dgm:spPr/>
      <dgm:t>
        <a:bodyPr/>
        <a:lstStyle/>
        <a:p>
          <a:r>
            <a:rPr lang="en-US" dirty="0"/>
            <a:t>Side-by-side plots: Blue = BA, Orange = ER</a:t>
          </a:r>
        </a:p>
      </dgm:t>
    </dgm:pt>
    <dgm:pt modelId="{C03602EB-6621-453C-BAF3-D0B729723AC0}" type="parTrans" cxnId="{7E9821AA-3B15-4F14-ADCF-8FD0CF2C2589}">
      <dgm:prSet/>
      <dgm:spPr/>
      <dgm:t>
        <a:bodyPr/>
        <a:lstStyle/>
        <a:p>
          <a:endParaRPr lang="en-US"/>
        </a:p>
      </dgm:t>
    </dgm:pt>
    <dgm:pt modelId="{9AA17ADC-AD4D-4887-B069-827C5951BBDB}" type="sibTrans" cxnId="{7E9821AA-3B15-4F14-ADCF-8FD0CF2C2589}">
      <dgm:prSet/>
      <dgm:spPr/>
      <dgm:t>
        <a:bodyPr/>
        <a:lstStyle/>
        <a:p>
          <a:endParaRPr lang="en-US"/>
        </a:p>
      </dgm:t>
    </dgm:pt>
    <dgm:pt modelId="{228960D9-9D55-43A6-A9EE-20FEBCBAFC91}">
      <dgm:prSet/>
      <dgm:spPr/>
      <dgm:t>
        <a:bodyPr/>
        <a:lstStyle/>
        <a:p>
          <a:r>
            <a:rPr lang="en-US" dirty="0"/>
            <a:t>Highlight different tail behaviors</a:t>
          </a:r>
        </a:p>
      </dgm:t>
    </dgm:pt>
    <dgm:pt modelId="{DB73C83F-CCEE-4735-9A50-586631A2B24A}" type="parTrans" cxnId="{ADF13B7F-F25C-40D3-9DE6-DAEA0C61DB2F}">
      <dgm:prSet/>
      <dgm:spPr/>
      <dgm:t>
        <a:bodyPr/>
        <a:lstStyle/>
        <a:p>
          <a:endParaRPr lang="en-US"/>
        </a:p>
      </dgm:t>
    </dgm:pt>
    <dgm:pt modelId="{C2E9CD8B-A6F2-4F80-BA2C-B62463279714}" type="sibTrans" cxnId="{ADF13B7F-F25C-40D3-9DE6-DAEA0C61DB2F}">
      <dgm:prSet/>
      <dgm:spPr/>
      <dgm:t>
        <a:bodyPr/>
        <a:lstStyle/>
        <a:p>
          <a:endParaRPr lang="en-US"/>
        </a:p>
      </dgm:t>
    </dgm:pt>
    <dgm:pt modelId="{B6B98275-B0DD-4415-AABB-66987550CCDC}" type="pres">
      <dgm:prSet presAssocID="{96093BEE-752A-4899-99A6-C8D62A3E798E}" presName="vert0" presStyleCnt="0">
        <dgm:presLayoutVars>
          <dgm:dir/>
          <dgm:animOne val="branch"/>
          <dgm:animLvl val="lvl"/>
        </dgm:presLayoutVars>
      </dgm:prSet>
      <dgm:spPr/>
    </dgm:pt>
    <dgm:pt modelId="{B5B35080-473B-4D46-BA11-38D0729CF5E8}" type="pres">
      <dgm:prSet presAssocID="{B5F89968-8BF7-42FE-BC29-328E5EC4D0B3}" presName="thickLine" presStyleLbl="alignNode1" presStyleIdx="0" presStyleCnt="2"/>
      <dgm:spPr/>
    </dgm:pt>
    <dgm:pt modelId="{5542F98A-F56C-4471-BCFF-FC68B9F47D25}" type="pres">
      <dgm:prSet presAssocID="{B5F89968-8BF7-42FE-BC29-328E5EC4D0B3}" presName="horz1" presStyleCnt="0"/>
      <dgm:spPr/>
    </dgm:pt>
    <dgm:pt modelId="{1ED43CD9-AD73-46BC-86EE-0CE51E308B5D}" type="pres">
      <dgm:prSet presAssocID="{B5F89968-8BF7-42FE-BC29-328E5EC4D0B3}" presName="tx1" presStyleLbl="revTx" presStyleIdx="0" presStyleCnt="2"/>
      <dgm:spPr/>
    </dgm:pt>
    <dgm:pt modelId="{945B316A-A3AB-4E5A-88A5-4A9DF90CC87F}" type="pres">
      <dgm:prSet presAssocID="{B5F89968-8BF7-42FE-BC29-328E5EC4D0B3}" presName="vert1" presStyleCnt="0"/>
      <dgm:spPr/>
    </dgm:pt>
    <dgm:pt modelId="{DC2ABA60-D0C1-45E7-9238-46A4332A699F}" type="pres">
      <dgm:prSet presAssocID="{228960D9-9D55-43A6-A9EE-20FEBCBAFC91}" presName="thickLine" presStyleLbl="alignNode1" presStyleIdx="1" presStyleCnt="2"/>
      <dgm:spPr/>
    </dgm:pt>
    <dgm:pt modelId="{7E1512FD-262B-4998-B332-107D495D79B7}" type="pres">
      <dgm:prSet presAssocID="{228960D9-9D55-43A6-A9EE-20FEBCBAFC91}" presName="horz1" presStyleCnt="0"/>
      <dgm:spPr/>
    </dgm:pt>
    <dgm:pt modelId="{D6FC7EEA-D831-4695-B2ED-A399CA43FA8C}" type="pres">
      <dgm:prSet presAssocID="{228960D9-9D55-43A6-A9EE-20FEBCBAFC91}" presName="tx1" presStyleLbl="revTx" presStyleIdx="1" presStyleCnt="2"/>
      <dgm:spPr/>
    </dgm:pt>
    <dgm:pt modelId="{6DF3AD45-B02D-496A-86FC-E8CF60F187F4}" type="pres">
      <dgm:prSet presAssocID="{228960D9-9D55-43A6-A9EE-20FEBCBAFC91}" presName="vert1" presStyleCnt="0"/>
      <dgm:spPr/>
    </dgm:pt>
  </dgm:ptLst>
  <dgm:cxnLst>
    <dgm:cxn modelId="{ABF4234F-6808-48D8-B10E-ECE6B9536DFD}" type="presOf" srcId="{96093BEE-752A-4899-99A6-C8D62A3E798E}" destId="{B6B98275-B0DD-4415-AABB-66987550CCDC}" srcOrd="0" destOrd="0" presId="urn:microsoft.com/office/officeart/2008/layout/LinedList"/>
    <dgm:cxn modelId="{ADF13B7F-F25C-40D3-9DE6-DAEA0C61DB2F}" srcId="{96093BEE-752A-4899-99A6-C8D62A3E798E}" destId="{228960D9-9D55-43A6-A9EE-20FEBCBAFC91}" srcOrd="1" destOrd="0" parTransId="{DB73C83F-CCEE-4735-9A50-586631A2B24A}" sibTransId="{C2E9CD8B-A6F2-4F80-BA2C-B62463279714}"/>
    <dgm:cxn modelId="{7E9821AA-3B15-4F14-ADCF-8FD0CF2C2589}" srcId="{96093BEE-752A-4899-99A6-C8D62A3E798E}" destId="{B5F89968-8BF7-42FE-BC29-328E5EC4D0B3}" srcOrd="0" destOrd="0" parTransId="{C03602EB-6621-453C-BAF3-D0B729723AC0}" sibTransId="{9AA17ADC-AD4D-4887-B069-827C5951BBDB}"/>
    <dgm:cxn modelId="{9FBEDCC0-D107-476C-94AA-3AC1DB391A84}" type="presOf" srcId="{228960D9-9D55-43A6-A9EE-20FEBCBAFC91}" destId="{D6FC7EEA-D831-4695-B2ED-A399CA43FA8C}" srcOrd="0" destOrd="0" presId="urn:microsoft.com/office/officeart/2008/layout/LinedList"/>
    <dgm:cxn modelId="{E1E2ECD7-C049-4F0B-9F0C-371E4387D3C5}" type="presOf" srcId="{B5F89968-8BF7-42FE-BC29-328E5EC4D0B3}" destId="{1ED43CD9-AD73-46BC-86EE-0CE51E308B5D}" srcOrd="0" destOrd="0" presId="urn:microsoft.com/office/officeart/2008/layout/LinedList"/>
    <dgm:cxn modelId="{E301A736-905B-4322-BEA7-FA89E3125F5E}" type="presParOf" srcId="{B6B98275-B0DD-4415-AABB-66987550CCDC}" destId="{B5B35080-473B-4D46-BA11-38D0729CF5E8}" srcOrd="0" destOrd="0" presId="urn:microsoft.com/office/officeart/2008/layout/LinedList"/>
    <dgm:cxn modelId="{569E494A-1861-458F-810F-BB69AEC48CAD}" type="presParOf" srcId="{B6B98275-B0DD-4415-AABB-66987550CCDC}" destId="{5542F98A-F56C-4471-BCFF-FC68B9F47D25}" srcOrd="1" destOrd="0" presId="urn:microsoft.com/office/officeart/2008/layout/LinedList"/>
    <dgm:cxn modelId="{2BC65044-4926-4E45-8728-C43874F5C51A}" type="presParOf" srcId="{5542F98A-F56C-4471-BCFF-FC68B9F47D25}" destId="{1ED43CD9-AD73-46BC-86EE-0CE51E308B5D}" srcOrd="0" destOrd="0" presId="urn:microsoft.com/office/officeart/2008/layout/LinedList"/>
    <dgm:cxn modelId="{10F8F2FC-A00F-4A42-88A5-96924E8453FC}" type="presParOf" srcId="{5542F98A-F56C-4471-BCFF-FC68B9F47D25}" destId="{945B316A-A3AB-4E5A-88A5-4A9DF90CC87F}" srcOrd="1" destOrd="0" presId="urn:microsoft.com/office/officeart/2008/layout/LinedList"/>
    <dgm:cxn modelId="{3865167E-8529-4BBD-99AF-3B3A5D4D8B7D}" type="presParOf" srcId="{B6B98275-B0DD-4415-AABB-66987550CCDC}" destId="{DC2ABA60-D0C1-45E7-9238-46A4332A699F}" srcOrd="2" destOrd="0" presId="urn:microsoft.com/office/officeart/2008/layout/LinedList"/>
    <dgm:cxn modelId="{7947958A-2911-44D9-9E51-A3DD80A5EABE}" type="presParOf" srcId="{B6B98275-B0DD-4415-AABB-66987550CCDC}" destId="{7E1512FD-262B-4998-B332-107D495D79B7}" srcOrd="3" destOrd="0" presId="urn:microsoft.com/office/officeart/2008/layout/LinedList"/>
    <dgm:cxn modelId="{540E417B-8816-44BE-9C6C-057B7710135D}" type="presParOf" srcId="{7E1512FD-262B-4998-B332-107D495D79B7}" destId="{D6FC7EEA-D831-4695-B2ED-A399CA43FA8C}" srcOrd="0" destOrd="0" presId="urn:microsoft.com/office/officeart/2008/layout/LinedList"/>
    <dgm:cxn modelId="{9D656244-E903-4D63-AA04-E109089BF088}" type="presParOf" srcId="{7E1512FD-262B-4998-B332-107D495D79B7}" destId="{6DF3AD45-B02D-496A-86FC-E8CF60F187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F8932EA-AE30-47BF-B568-6A2FBBAE8E7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08EBD7B-3200-4AD0-BF83-4AF2D6682799}">
      <dgm:prSet/>
      <dgm:spPr/>
      <dgm:t>
        <a:bodyPr/>
        <a:lstStyle/>
        <a:p>
          <a:pPr>
            <a:defRPr cap="all"/>
          </a:pPr>
          <a:r>
            <a:rPr lang="en-US"/>
            <a:t>BA: heavy-tailed, scale-free</a:t>
          </a:r>
        </a:p>
      </dgm:t>
    </dgm:pt>
    <dgm:pt modelId="{36FF59FE-5FE9-4BE5-A3C2-A591B2D4188C}" type="parTrans" cxnId="{9FF25B98-7E7C-4412-9E0A-097A050208FD}">
      <dgm:prSet/>
      <dgm:spPr/>
      <dgm:t>
        <a:bodyPr/>
        <a:lstStyle/>
        <a:p>
          <a:endParaRPr lang="en-US"/>
        </a:p>
      </dgm:t>
    </dgm:pt>
    <dgm:pt modelId="{FBAB42E4-2CD9-41B3-BCEB-4CECDE81D859}" type="sibTrans" cxnId="{9FF25B98-7E7C-4412-9E0A-097A050208FD}">
      <dgm:prSet/>
      <dgm:spPr/>
      <dgm:t>
        <a:bodyPr/>
        <a:lstStyle/>
        <a:p>
          <a:endParaRPr lang="en-US"/>
        </a:p>
      </dgm:t>
    </dgm:pt>
    <dgm:pt modelId="{FC11D357-3ED8-4F73-B345-E674F94204F2}">
      <dgm:prSet/>
      <dgm:spPr/>
      <dgm:t>
        <a:bodyPr/>
        <a:lstStyle/>
        <a:p>
          <a:pPr>
            <a:defRPr cap="all"/>
          </a:pPr>
          <a:r>
            <a:rPr lang="en-US"/>
            <a:t>ER: uniform, no hubs</a:t>
          </a:r>
        </a:p>
      </dgm:t>
    </dgm:pt>
    <dgm:pt modelId="{1BFEE4D2-628F-418B-B9E9-8A3AD7FEC780}" type="parTrans" cxnId="{7ED37B5D-EEE8-45DD-907A-44B7841A0178}">
      <dgm:prSet/>
      <dgm:spPr/>
      <dgm:t>
        <a:bodyPr/>
        <a:lstStyle/>
        <a:p>
          <a:endParaRPr lang="en-US"/>
        </a:p>
      </dgm:t>
    </dgm:pt>
    <dgm:pt modelId="{E88AE686-6EA5-46C5-9B80-DED889F955CE}" type="sibTrans" cxnId="{7ED37B5D-EEE8-45DD-907A-44B7841A0178}">
      <dgm:prSet/>
      <dgm:spPr/>
      <dgm:t>
        <a:bodyPr/>
        <a:lstStyle/>
        <a:p>
          <a:endParaRPr lang="en-US"/>
        </a:p>
      </dgm:t>
    </dgm:pt>
    <dgm:pt modelId="{41D1A464-2170-43FE-B6BA-7EE4ABCF7D1F}">
      <dgm:prSet/>
      <dgm:spPr/>
      <dgm:t>
        <a:bodyPr/>
        <a:lstStyle/>
        <a:p>
          <a:pPr>
            <a:defRPr cap="all"/>
          </a:pPr>
          <a:r>
            <a:rPr lang="en-US"/>
            <a:t>Different topologies shown visually</a:t>
          </a:r>
        </a:p>
      </dgm:t>
    </dgm:pt>
    <dgm:pt modelId="{9FFE76AA-6463-4943-9550-396CE3FD9B40}" type="parTrans" cxnId="{22150CCD-4016-4A75-A618-493D44384442}">
      <dgm:prSet/>
      <dgm:spPr/>
      <dgm:t>
        <a:bodyPr/>
        <a:lstStyle/>
        <a:p>
          <a:endParaRPr lang="en-US"/>
        </a:p>
      </dgm:t>
    </dgm:pt>
    <dgm:pt modelId="{A187CDF5-396F-4A0B-A2F9-21CDC14AEC77}" type="sibTrans" cxnId="{22150CCD-4016-4A75-A618-493D44384442}">
      <dgm:prSet/>
      <dgm:spPr/>
      <dgm:t>
        <a:bodyPr/>
        <a:lstStyle/>
        <a:p>
          <a:endParaRPr lang="en-US"/>
        </a:p>
      </dgm:t>
    </dgm:pt>
    <dgm:pt modelId="{50AD40ED-F722-46F4-853A-B8A63945EB48}" type="pres">
      <dgm:prSet presAssocID="{DF8932EA-AE30-47BF-B568-6A2FBBAE8E72}" presName="root" presStyleCnt="0">
        <dgm:presLayoutVars>
          <dgm:dir/>
          <dgm:resizeHandles val="exact"/>
        </dgm:presLayoutVars>
      </dgm:prSet>
      <dgm:spPr/>
    </dgm:pt>
    <dgm:pt modelId="{298D02D0-64F1-4923-A88B-F48B5DFF885D}" type="pres">
      <dgm:prSet presAssocID="{A08EBD7B-3200-4AD0-BF83-4AF2D6682799}" presName="compNode" presStyleCnt="0"/>
      <dgm:spPr/>
    </dgm:pt>
    <dgm:pt modelId="{57B9A257-DCB1-46E6-8B04-07AE25D4F48D}" type="pres">
      <dgm:prSet presAssocID="{A08EBD7B-3200-4AD0-BF83-4AF2D6682799}" presName="iconBgRect" presStyleLbl="bgShp" presStyleIdx="0" presStyleCnt="3"/>
      <dgm:spPr/>
    </dgm:pt>
    <dgm:pt modelId="{E2152068-3108-441C-967E-E4F620755FE7}" type="pres">
      <dgm:prSet presAssocID="{A08EBD7B-3200-4AD0-BF83-4AF2D66827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el Face Outline"/>
        </a:ext>
      </dgm:extLst>
    </dgm:pt>
    <dgm:pt modelId="{F85007E9-9C95-41CE-82BA-39F2195EAF08}" type="pres">
      <dgm:prSet presAssocID="{A08EBD7B-3200-4AD0-BF83-4AF2D6682799}" presName="spaceRect" presStyleCnt="0"/>
      <dgm:spPr/>
    </dgm:pt>
    <dgm:pt modelId="{08488E68-DE16-495C-9E35-B647A8FB1826}" type="pres">
      <dgm:prSet presAssocID="{A08EBD7B-3200-4AD0-BF83-4AF2D6682799}" presName="textRect" presStyleLbl="revTx" presStyleIdx="0" presStyleCnt="3">
        <dgm:presLayoutVars>
          <dgm:chMax val="1"/>
          <dgm:chPref val="1"/>
        </dgm:presLayoutVars>
      </dgm:prSet>
      <dgm:spPr/>
    </dgm:pt>
    <dgm:pt modelId="{24F77B51-146A-4B50-890A-234FDDEC5009}" type="pres">
      <dgm:prSet presAssocID="{FBAB42E4-2CD9-41B3-BCEB-4CECDE81D859}" presName="sibTrans" presStyleCnt="0"/>
      <dgm:spPr/>
    </dgm:pt>
    <dgm:pt modelId="{D891AF99-EBE7-4ADA-A617-F73B2A7C82D2}" type="pres">
      <dgm:prSet presAssocID="{FC11D357-3ED8-4F73-B345-E674F94204F2}" presName="compNode" presStyleCnt="0"/>
      <dgm:spPr/>
    </dgm:pt>
    <dgm:pt modelId="{937F3EA9-1488-4155-9C4A-D5A3BC06232A}" type="pres">
      <dgm:prSet presAssocID="{FC11D357-3ED8-4F73-B345-E674F94204F2}" presName="iconBgRect" presStyleLbl="bgShp" presStyleIdx="1" presStyleCnt="3"/>
      <dgm:spPr/>
    </dgm:pt>
    <dgm:pt modelId="{CFD5198A-DEAA-4FE2-956F-04822241BDCD}" type="pres">
      <dgm:prSet presAssocID="{FC11D357-3ED8-4F73-B345-E674F94204F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7FD1BCD1-2C2A-443C-97B9-BD86B43EAF74}" type="pres">
      <dgm:prSet presAssocID="{FC11D357-3ED8-4F73-B345-E674F94204F2}" presName="spaceRect" presStyleCnt="0"/>
      <dgm:spPr/>
    </dgm:pt>
    <dgm:pt modelId="{90E20720-676B-456D-BDD0-D92EC2EC6EAC}" type="pres">
      <dgm:prSet presAssocID="{FC11D357-3ED8-4F73-B345-E674F94204F2}" presName="textRect" presStyleLbl="revTx" presStyleIdx="1" presStyleCnt="3">
        <dgm:presLayoutVars>
          <dgm:chMax val="1"/>
          <dgm:chPref val="1"/>
        </dgm:presLayoutVars>
      </dgm:prSet>
      <dgm:spPr/>
    </dgm:pt>
    <dgm:pt modelId="{40881B07-A280-4145-B828-F1C55D979A3E}" type="pres">
      <dgm:prSet presAssocID="{E88AE686-6EA5-46C5-9B80-DED889F955CE}" presName="sibTrans" presStyleCnt="0"/>
      <dgm:spPr/>
    </dgm:pt>
    <dgm:pt modelId="{65CCD1F8-5160-4EC8-A1A2-CA44BB8CE77B}" type="pres">
      <dgm:prSet presAssocID="{41D1A464-2170-43FE-B6BA-7EE4ABCF7D1F}" presName="compNode" presStyleCnt="0"/>
      <dgm:spPr/>
    </dgm:pt>
    <dgm:pt modelId="{05871508-0710-4F2E-B21C-AAD3CCC22298}" type="pres">
      <dgm:prSet presAssocID="{41D1A464-2170-43FE-B6BA-7EE4ABCF7D1F}" presName="iconBgRect" presStyleLbl="bgShp" presStyleIdx="2" presStyleCnt="3"/>
      <dgm:spPr/>
    </dgm:pt>
    <dgm:pt modelId="{9EB35E59-B605-4495-AA11-EFB560033D3A}" type="pres">
      <dgm:prSet presAssocID="{41D1A464-2170-43FE-B6BA-7EE4ABCF7D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74C7DF0D-2EC7-48B5-8CB3-BBC000CE25D9}" type="pres">
      <dgm:prSet presAssocID="{41D1A464-2170-43FE-B6BA-7EE4ABCF7D1F}" presName="spaceRect" presStyleCnt="0"/>
      <dgm:spPr/>
    </dgm:pt>
    <dgm:pt modelId="{25C5289F-463A-4D9A-A278-28C3BA5163EC}" type="pres">
      <dgm:prSet presAssocID="{41D1A464-2170-43FE-B6BA-7EE4ABCF7D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549DD1F-B9CD-4CCE-B269-37FD179BD484}" type="presOf" srcId="{A08EBD7B-3200-4AD0-BF83-4AF2D6682799}" destId="{08488E68-DE16-495C-9E35-B647A8FB1826}" srcOrd="0" destOrd="0" presId="urn:microsoft.com/office/officeart/2018/5/layout/IconCircleLabelList"/>
    <dgm:cxn modelId="{7ED37B5D-EEE8-45DD-907A-44B7841A0178}" srcId="{DF8932EA-AE30-47BF-B568-6A2FBBAE8E72}" destId="{FC11D357-3ED8-4F73-B345-E674F94204F2}" srcOrd="1" destOrd="0" parTransId="{1BFEE4D2-628F-418B-B9E9-8A3AD7FEC780}" sibTransId="{E88AE686-6EA5-46C5-9B80-DED889F955CE}"/>
    <dgm:cxn modelId="{9FF25B98-7E7C-4412-9E0A-097A050208FD}" srcId="{DF8932EA-AE30-47BF-B568-6A2FBBAE8E72}" destId="{A08EBD7B-3200-4AD0-BF83-4AF2D6682799}" srcOrd="0" destOrd="0" parTransId="{36FF59FE-5FE9-4BE5-A3C2-A591B2D4188C}" sibTransId="{FBAB42E4-2CD9-41B3-BCEB-4CECDE81D859}"/>
    <dgm:cxn modelId="{22150CCD-4016-4A75-A618-493D44384442}" srcId="{DF8932EA-AE30-47BF-B568-6A2FBBAE8E72}" destId="{41D1A464-2170-43FE-B6BA-7EE4ABCF7D1F}" srcOrd="2" destOrd="0" parTransId="{9FFE76AA-6463-4943-9550-396CE3FD9B40}" sibTransId="{A187CDF5-396F-4A0B-A2F9-21CDC14AEC77}"/>
    <dgm:cxn modelId="{150A12E6-65C1-45B3-B396-A125EFEB1566}" type="presOf" srcId="{FC11D357-3ED8-4F73-B345-E674F94204F2}" destId="{90E20720-676B-456D-BDD0-D92EC2EC6EAC}" srcOrd="0" destOrd="0" presId="urn:microsoft.com/office/officeart/2018/5/layout/IconCircleLabelList"/>
    <dgm:cxn modelId="{79C1A4EB-1320-4F2C-91BB-8927B9C09EE5}" type="presOf" srcId="{41D1A464-2170-43FE-B6BA-7EE4ABCF7D1F}" destId="{25C5289F-463A-4D9A-A278-28C3BA5163EC}" srcOrd="0" destOrd="0" presId="urn:microsoft.com/office/officeart/2018/5/layout/IconCircleLabelList"/>
    <dgm:cxn modelId="{F69684FB-66B7-4F06-96FB-B2BB7E499CE6}" type="presOf" srcId="{DF8932EA-AE30-47BF-B568-6A2FBBAE8E72}" destId="{50AD40ED-F722-46F4-853A-B8A63945EB48}" srcOrd="0" destOrd="0" presId="urn:microsoft.com/office/officeart/2018/5/layout/IconCircleLabelList"/>
    <dgm:cxn modelId="{ADB9F8F2-551C-4E64-A1F0-27F6C6A14EFD}" type="presParOf" srcId="{50AD40ED-F722-46F4-853A-B8A63945EB48}" destId="{298D02D0-64F1-4923-A88B-F48B5DFF885D}" srcOrd="0" destOrd="0" presId="urn:microsoft.com/office/officeart/2018/5/layout/IconCircleLabelList"/>
    <dgm:cxn modelId="{1536065F-0EE5-4627-86A2-FD34196F9505}" type="presParOf" srcId="{298D02D0-64F1-4923-A88B-F48B5DFF885D}" destId="{57B9A257-DCB1-46E6-8B04-07AE25D4F48D}" srcOrd="0" destOrd="0" presId="urn:microsoft.com/office/officeart/2018/5/layout/IconCircleLabelList"/>
    <dgm:cxn modelId="{A0871BF8-DCB5-4403-AEB5-18C97BC00D20}" type="presParOf" srcId="{298D02D0-64F1-4923-A88B-F48B5DFF885D}" destId="{E2152068-3108-441C-967E-E4F620755FE7}" srcOrd="1" destOrd="0" presId="urn:microsoft.com/office/officeart/2018/5/layout/IconCircleLabelList"/>
    <dgm:cxn modelId="{8364F4D1-6C2B-4AF2-B7FF-55185E867F88}" type="presParOf" srcId="{298D02D0-64F1-4923-A88B-F48B5DFF885D}" destId="{F85007E9-9C95-41CE-82BA-39F2195EAF08}" srcOrd="2" destOrd="0" presId="urn:microsoft.com/office/officeart/2018/5/layout/IconCircleLabelList"/>
    <dgm:cxn modelId="{79B40338-A722-4F3C-85A3-43717B6BD9FF}" type="presParOf" srcId="{298D02D0-64F1-4923-A88B-F48B5DFF885D}" destId="{08488E68-DE16-495C-9E35-B647A8FB1826}" srcOrd="3" destOrd="0" presId="urn:microsoft.com/office/officeart/2018/5/layout/IconCircleLabelList"/>
    <dgm:cxn modelId="{3BDE2F77-DD3A-4E93-ACA5-F043697CE572}" type="presParOf" srcId="{50AD40ED-F722-46F4-853A-B8A63945EB48}" destId="{24F77B51-146A-4B50-890A-234FDDEC5009}" srcOrd="1" destOrd="0" presId="urn:microsoft.com/office/officeart/2018/5/layout/IconCircleLabelList"/>
    <dgm:cxn modelId="{CEBB0D0E-7653-4F74-8F4E-7DB1E2AB53B3}" type="presParOf" srcId="{50AD40ED-F722-46F4-853A-B8A63945EB48}" destId="{D891AF99-EBE7-4ADA-A617-F73B2A7C82D2}" srcOrd="2" destOrd="0" presId="urn:microsoft.com/office/officeart/2018/5/layout/IconCircleLabelList"/>
    <dgm:cxn modelId="{87D76ED6-9AD5-44BD-AD96-24F9A70DCF03}" type="presParOf" srcId="{D891AF99-EBE7-4ADA-A617-F73B2A7C82D2}" destId="{937F3EA9-1488-4155-9C4A-D5A3BC06232A}" srcOrd="0" destOrd="0" presId="urn:microsoft.com/office/officeart/2018/5/layout/IconCircleLabelList"/>
    <dgm:cxn modelId="{7AAC2B6B-0C1D-4FE2-960F-2AFC5BBC94BD}" type="presParOf" srcId="{D891AF99-EBE7-4ADA-A617-F73B2A7C82D2}" destId="{CFD5198A-DEAA-4FE2-956F-04822241BDCD}" srcOrd="1" destOrd="0" presId="urn:microsoft.com/office/officeart/2018/5/layout/IconCircleLabelList"/>
    <dgm:cxn modelId="{B229A9CB-3EA1-434A-B4C3-9C0DF8416232}" type="presParOf" srcId="{D891AF99-EBE7-4ADA-A617-F73B2A7C82D2}" destId="{7FD1BCD1-2C2A-443C-97B9-BD86B43EAF74}" srcOrd="2" destOrd="0" presId="urn:microsoft.com/office/officeart/2018/5/layout/IconCircleLabelList"/>
    <dgm:cxn modelId="{B61237FC-8AB1-40E7-AD7F-E6BB023BEEAC}" type="presParOf" srcId="{D891AF99-EBE7-4ADA-A617-F73B2A7C82D2}" destId="{90E20720-676B-456D-BDD0-D92EC2EC6EAC}" srcOrd="3" destOrd="0" presId="urn:microsoft.com/office/officeart/2018/5/layout/IconCircleLabelList"/>
    <dgm:cxn modelId="{E5F9C217-DD40-4AA4-86AF-8F45A178517B}" type="presParOf" srcId="{50AD40ED-F722-46F4-853A-B8A63945EB48}" destId="{40881B07-A280-4145-B828-F1C55D979A3E}" srcOrd="3" destOrd="0" presId="urn:microsoft.com/office/officeart/2018/5/layout/IconCircleLabelList"/>
    <dgm:cxn modelId="{3B9E8C07-FA25-4FDA-8D95-A00261BA03E2}" type="presParOf" srcId="{50AD40ED-F722-46F4-853A-B8A63945EB48}" destId="{65CCD1F8-5160-4EC8-A1A2-CA44BB8CE77B}" srcOrd="4" destOrd="0" presId="urn:microsoft.com/office/officeart/2018/5/layout/IconCircleLabelList"/>
    <dgm:cxn modelId="{AC9D1809-FA6B-4D38-AB9B-442199052A99}" type="presParOf" srcId="{65CCD1F8-5160-4EC8-A1A2-CA44BB8CE77B}" destId="{05871508-0710-4F2E-B21C-AAD3CCC22298}" srcOrd="0" destOrd="0" presId="urn:microsoft.com/office/officeart/2018/5/layout/IconCircleLabelList"/>
    <dgm:cxn modelId="{F30ABDAC-0479-46CC-B1CB-F425B69FD796}" type="presParOf" srcId="{65CCD1F8-5160-4EC8-A1A2-CA44BB8CE77B}" destId="{9EB35E59-B605-4495-AA11-EFB560033D3A}" srcOrd="1" destOrd="0" presId="urn:microsoft.com/office/officeart/2018/5/layout/IconCircleLabelList"/>
    <dgm:cxn modelId="{F97CE20E-0B9A-43F7-9071-4FA72488B474}" type="presParOf" srcId="{65CCD1F8-5160-4EC8-A1A2-CA44BB8CE77B}" destId="{74C7DF0D-2EC7-48B5-8CB3-BBC000CE25D9}" srcOrd="2" destOrd="0" presId="urn:microsoft.com/office/officeart/2018/5/layout/IconCircleLabelList"/>
    <dgm:cxn modelId="{F4A02725-A2BF-46EC-AD01-8EAF789646FD}" type="presParOf" srcId="{65CCD1F8-5160-4EC8-A1A2-CA44BB8CE77B}" destId="{25C5289F-463A-4D9A-A278-28C3BA5163E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32EFD7-CBDB-4CAA-8CB8-B3AD059187D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3D8C3C3-C181-4D25-9A43-C377050206DE}">
      <dgm:prSet/>
      <dgm:spPr/>
      <dgm:t>
        <a:bodyPr/>
        <a:lstStyle/>
        <a:p>
          <a:r>
            <a:rPr lang="en-US"/>
            <a:t>From synthetic to real-world networks</a:t>
          </a:r>
        </a:p>
      </dgm:t>
    </dgm:pt>
    <dgm:pt modelId="{9CBED210-27DD-4F69-A50F-E340B6A2392B}" type="parTrans" cxnId="{0B98659E-0694-4D24-B54F-6283E039E086}">
      <dgm:prSet/>
      <dgm:spPr/>
      <dgm:t>
        <a:bodyPr/>
        <a:lstStyle/>
        <a:p>
          <a:endParaRPr lang="en-US"/>
        </a:p>
      </dgm:t>
    </dgm:pt>
    <dgm:pt modelId="{AB7A369B-9ABE-4AB9-BF15-A3EB68D8A189}" type="sibTrans" cxnId="{0B98659E-0694-4D24-B54F-6283E039E086}">
      <dgm:prSet/>
      <dgm:spPr/>
      <dgm:t>
        <a:bodyPr/>
        <a:lstStyle/>
        <a:p>
          <a:endParaRPr lang="en-US"/>
        </a:p>
      </dgm:t>
    </dgm:pt>
    <dgm:pt modelId="{2439F5BD-2CC0-479F-B8EC-389F847F6387}">
      <dgm:prSet/>
      <dgm:spPr/>
      <dgm:t>
        <a:bodyPr/>
        <a:lstStyle/>
        <a:p>
          <a:r>
            <a:rPr lang="en-US"/>
            <a:t>Dataset: ca-GrQc co-authorship graph</a:t>
          </a:r>
        </a:p>
      </dgm:t>
    </dgm:pt>
    <dgm:pt modelId="{052D5435-CFD0-4535-97A8-B1E701257806}" type="parTrans" cxnId="{3AC48D43-29EE-4373-ABE8-11A848977565}">
      <dgm:prSet/>
      <dgm:spPr/>
      <dgm:t>
        <a:bodyPr/>
        <a:lstStyle/>
        <a:p>
          <a:endParaRPr lang="en-US"/>
        </a:p>
      </dgm:t>
    </dgm:pt>
    <dgm:pt modelId="{5BE68F5B-F84F-4899-B37E-BA325F809408}" type="sibTrans" cxnId="{3AC48D43-29EE-4373-ABE8-11A848977565}">
      <dgm:prSet/>
      <dgm:spPr/>
      <dgm:t>
        <a:bodyPr/>
        <a:lstStyle/>
        <a:p>
          <a:endParaRPr lang="en-US"/>
        </a:p>
      </dgm:t>
    </dgm:pt>
    <dgm:pt modelId="{ECE4B0CD-1C8C-4BDE-AFB1-C15C039ED015}">
      <dgm:prSet/>
      <dgm:spPr/>
      <dgm:t>
        <a:bodyPr/>
        <a:lstStyle/>
        <a:p>
          <a:r>
            <a:rPr lang="en-US"/>
            <a:t>Objective: Compare community detection methods</a:t>
          </a:r>
        </a:p>
      </dgm:t>
    </dgm:pt>
    <dgm:pt modelId="{E16013AD-2558-4296-B68F-55CBE719AF1A}" type="parTrans" cxnId="{CD59615C-58C3-4E1C-8D00-EED8116F2359}">
      <dgm:prSet/>
      <dgm:spPr/>
      <dgm:t>
        <a:bodyPr/>
        <a:lstStyle/>
        <a:p>
          <a:endParaRPr lang="en-US"/>
        </a:p>
      </dgm:t>
    </dgm:pt>
    <dgm:pt modelId="{F2967B35-B21A-408C-BCE8-F0BBE99F6304}" type="sibTrans" cxnId="{CD59615C-58C3-4E1C-8D00-EED8116F2359}">
      <dgm:prSet/>
      <dgm:spPr/>
      <dgm:t>
        <a:bodyPr/>
        <a:lstStyle/>
        <a:p>
          <a:endParaRPr lang="en-US"/>
        </a:p>
      </dgm:t>
    </dgm:pt>
    <dgm:pt modelId="{B2AACDC8-5F52-45E4-9DFB-167C0F1CC600}" type="pres">
      <dgm:prSet presAssocID="{7132EFD7-CBDB-4CAA-8CB8-B3AD059187D1}" presName="root" presStyleCnt="0">
        <dgm:presLayoutVars>
          <dgm:dir/>
          <dgm:resizeHandles val="exact"/>
        </dgm:presLayoutVars>
      </dgm:prSet>
      <dgm:spPr/>
    </dgm:pt>
    <dgm:pt modelId="{C12B1FF9-8952-40EF-A468-5EC256B934E7}" type="pres">
      <dgm:prSet presAssocID="{13D8C3C3-C181-4D25-9A43-C377050206DE}" presName="compNode" presStyleCnt="0"/>
      <dgm:spPr/>
    </dgm:pt>
    <dgm:pt modelId="{FCF58D73-2001-404B-8AFA-7F108AE3D3B1}" type="pres">
      <dgm:prSet presAssocID="{13D8C3C3-C181-4D25-9A43-C377050206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905FDC32-2780-4CE7-8908-EF162FDE0C73}" type="pres">
      <dgm:prSet presAssocID="{13D8C3C3-C181-4D25-9A43-C377050206DE}" presName="spaceRect" presStyleCnt="0"/>
      <dgm:spPr/>
    </dgm:pt>
    <dgm:pt modelId="{A39CA810-8727-48B8-976E-C4D95E36067F}" type="pres">
      <dgm:prSet presAssocID="{13D8C3C3-C181-4D25-9A43-C377050206DE}" presName="textRect" presStyleLbl="revTx" presStyleIdx="0" presStyleCnt="3">
        <dgm:presLayoutVars>
          <dgm:chMax val="1"/>
          <dgm:chPref val="1"/>
        </dgm:presLayoutVars>
      </dgm:prSet>
      <dgm:spPr/>
    </dgm:pt>
    <dgm:pt modelId="{F8875614-0309-42EC-ACE1-B2DCDB2407C2}" type="pres">
      <dgm:prSet presAssocID="{AB7A369B-9ABE-4AB9-BF15-A3EB68D8A189}" presName="sibTrans" presStyleCnt="0"/>
      <dgm:spPr/>
    </dgm:pt>
    <dgm:pt modelId="{481DDA1E-BB23-43A5-8F9C-EC76539125DF}" type="pres">
      <dgm:prSet presAssocID="{2439F5BD-2CC0-479F-B8EC-389F847F6387}" presName="compNode" presStyleCnt="0"/>
      <dgm:spPr/>
    </dgm:pt>
    <dgm:pt modelId="{9407A71C-C142-439C-B6C0-0E85348384F4}" type="pres">
      <dgm:prSet presAssocID="{2439F5BD-2CC0-479F-B8EC-389F847F63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5DCB898-3B53-4641-BF80-0EC4D75379D2}" type="pres">
      <dgm:prSet presAssocID="{2439F5BD-2CC0-479F-B8EC-389F847F6387}" presName="spaceRect" presStyleCnt="0"/>
      <dgm:spPr/>
    </dgm:pt>
    <dgm:pt modelId="{F288F53C-CBA7-4DE8-A66F-1BBD68F9CAE2}" type="pres">
      <dgm:prSet presAssocID="{2439F5BD-2CC0-479F-B8EC-389F847F6387}" presName="textRect" presStyleLbl="revTx" presStyleIdx="1" presStyleCnt="3">
        <dgm:presLayoutVars>
          <dgm:chMax val="1"/>
          <dgm:chPref val="1"/>
        </dgm:presLayoutVars>
      </dgm:prSet>
      <dgm:spPr/>
    </dgm:pt>
    <dgm:pt modelId="{675E8D12-A931-4DFD-8D23-B0692144D6C6}" type="pres">
      <dgm:prSet presAssocID="{5BE68F5B-F84F-4899-B37E-BA325F809408}" presName="sibTrans" presStyleCnt="0"/>
      <dgm:spPr/>
    </dgm:pt>
    <dgm:pt modelId="{420C1DF3-C7FB-4DBE-A674-4333896B039F}" type="pres">
      <dgm:prSet presAssocID="{ECE4B0CD-1C8C-4BDE-AFB1-C15C039ED015}" presName="compNode" presStyleCnt="0"/>
      <dgm:spPr/>
    </dgm:pt>
    <dgm:pt modelId="{B7C5F285-EA41-46F4-98EA-E8643048A707}" type="pres">
      <dgm:prSet presAssocID="{ECE4B0CD-1C8C-4BDE-AFB1-C15C039ED0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4F52D23-97A7-4742-9CCF-943A9D364D87}" type="pres">
      <dgm:prSet presAssocID="{ECE4B0CD-1C8C-4BDE-AFB1-C15C039ED015}" presName="spaceRect" presStyleCnt="0"/>
      <dgm:spPr/>
    </dgm:pt>
    <dgm:pt modelId="{2029101A-1A52-4900-A0C9-747723040BCA}" type="pres">
      <dgm:prSet presAssocID="{ECE4B0CD-1C8C-4BDE-AFB1-C15C039ED01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203F0A-97E6-447B-AA8E-2EB25D256087}" type="presOf" srcId="{7132EFD7-CBDB-4CAA-8CB8-B3AD059187D1}" destId="{B2AACDC8-5F52-45E4-9DFB-167C0F1CC600}" srcOrd="0" destOrd="0" presId="urn:microsoft.com/office/officeart/2018/2/layout/IconLabelList"/>
    <dgm:cxn modelId="{AB064F1B-9D4D-42A7-8278-6809406CA17B}" type="presOf" srcId="{13D8C3C3-C181-4D25-9A43-C377050206DE}" destId="{A39CA810-8727-48B8-976E-C4D95E36067F}" srcOrd="0" destOrd="0" presId="urn:microsoft.com/office/officeart/2018/2/layout/IconLabelList"/>
    <dgm:cxn modelId="{CD59615C-58C3-4E1C-8D00-EED8116F2359}" srcId="{7132EFD7-CBDB-4CAA-8CB8-B3AD059187D1}" destId="{ECE4B0CD-1C8C-4BDE-AFB1-C15C039ED015}" srcOrd="2" destOrd="0" parTransId="{E16013AD-2558-4296-B68F-55CBE719AF1A}" sibTransId="{F2967B35-B21A-408C-BCE8-F0BBE99F6304}"/>
    <dgm:cxn modelId="{3AC48D43-29EE-4373-ABE8-11A848977565}" srcId="{7132EFD7-CBDB-4CAA-8CB8-B3AD059187D1}" destId="{2439F5BD-2CC0-479F-B8EC-389F847F6387}" srcOrd="1" destOrd="0" parTransId="{052D5435-CFD0-4535-97A8-B1E701257806}" sibTransId="{5BE68F5B-F84F-4899-B37E-BA325F809408}"/>
    <dgm:cxn modelId="{876B3687-E585-4C8D-8B8C-154B3B043F2A}" type="presOf" srcId="{2439F5BD-2CC0-479F-B8EC-389F847F6387}" destId="{F288F53C-CBA7-4DE8-A66F-1BBD68F9CAE2}" srcOrd="0" destOrd="0" presId="urn:microsoft.com/office/officeart/2018/2/layout/IconLabelList"/>
    <dgm:cxn modelId="{EF84B38E-04AD-4A36-BCAA-4288663C291C}" type="presOf" srcId="{ECE4B0CD-1C8C-4BDE-AFB1-C15C039ED015}" destId="{2029101A-1A52-4900-A0C9-747723040BCA}" srcOrd="0" destOrd="0" presId="urn:microsoft.com/office/officeart/2018/2/layout/IconLabelList"/>
    <dgm:cxn modelId="{0B98659E-0694-4D24-B54F-6283E039E086}" srcId="{7132EFD7-CBDB-4CAA-8CB8-B3AD059187D1}" destId="{13D8C3C3-C181-4D25-9A43-C377050206DE}" srcOrd="0" destOrd="0" parTransId="{9CBED210-27DD-4F69-A50F-E340B6A2392B}" sibTransId="{AB7A369B-9ABE-4AB9-BF15-A3EB68D8A189}"/>
    <dgm:cxn modelId="{9A5FA2B1-5334-4829-A157-9D72B9E66343}" type="presParOf" srcId="{B2AACDC8-5F52-45E4-9DFB-167C0F1CC600}" destId="{C12B1FF9-8952-40EF-A468-5EC256B934E7}" srcOrd="0" destOrd="0" presId="urn:microsoft.com/office/officeart/2018/2/layout/IconLabelList"/>
    <dgm:cxn modelId="{27DDB019-7BD7-42DD-94C4-FFA2C64154A8}" type="presParOf" srcId="{C12B1FF9-8952-40EF-A468-5EC256B934E7}" destId="{FCF58D73-2001-404B-8AFA-7F108AE3D3B1}" srcOrd="0" destOrd="0" presId="urn:microsoft.com/office/officeart/2018/2/layout/IconLabelList"/>
    <dgm:cxn modelId="{95A0B5D9-1C8E-4DA9-BC56-3B621DEC8ADD}" type="presParOf" srcId="{C12B1FF9-8952-40EF-A468-5EC256B934E7}" destId="{905FDC32-2780-4CE7-8908-EF162FDE0C73}" srcOrd="1" destOrd="0" presId="urn:microsoft.com/office/officeart/2018/2/layout/IconLabelList"/>
    <dgm:cxn modelId="{041D712F-1F76-49D6-B6B3-87EA5399AB3F}" type="presParOf" srcId="{C12B1FF9-8952-40EF-A468-5EC256B934E7}" destId="{A39CA810-8727-48B8-976E-C4D95E36067F}" srcOrd="2" destOrd="0" presId="urn:microsoft.com/office/officeart/2018/2/layout/IconLabelList"/>
    <dgm:cxn modelId="{0C1B88F4-EECA-429A-A402-E42FCAA5B687}" type="presParOf" srcId="{B2AACDC8-5F52-45E4-9DFB-167C0F1CC600}" destId="{F8875614-0309-42EC-ACE1-B2DCDB2407C2}" srcOrd="1" destOrd="0" presId="urn:microsoft.com/office/officeart/2018/2/layout/IconLabelList"/>
    <dgm:cxn modelId="{EC905304-D5ED-4132-B37E-FF00089D42C5}" type="presParOf" srcId="{B2AACDC8-5F52-45E4-9DFB-167C0F1CC600}" destId="{481DDA1E-BB23-43A5-8F9C-EC76539125DF}" srcOrd="2" destOrd="0" presId="urn:microsoft.com/office/officeart/2018/2/layout/IconLabelList"/>
    <dgm:cxn modelId="{5CAF043B-ED3B-457A-9768-1ADCDEE92226}" type="presParOf" srcId="{481DDA1E-BB23-43A5-8F9C-EC76539125DF}" destId="{9407A71C-C142-439C-B6C0-0E85348384F4}" srcOrd="0" destOrd="0" presId="urn:microsoft.com/office/officeart/2018/2/layout/IconLabelList"/>
    <dgm:cxn modelId="{41B74881-4079-4D11-A649-3E48E767DD1C}" type="presParOf" srcId="{481DDA1E-BB23-43A5-8F9C-EC76539125DF}" destId="{25DCB898-3B53-4641-BF80-0EC4D75379D2}" srcOrd="1" destOrd="0" presId="urn:microsoft.com/office/officeart/2018/2/layout/IconLabelList"/>
    <dgm:cxn modelId="{CCAC10CB-089A-4CE0-B6F2-E1E0EB5BCAE7}" type="presParOf" srcId="{481DDA1E-BB23-43A5-8F9C-EC76539125DF}" destId="{F288F53C-CBA7-4DE8-A66F-1BBD68F9CAE2}" srcOrd="2" destOrd="0" presId="urn:microsoft.com/office/officeart/2018/2/layout/IconLabelList"/>
    <dgm:cxn modelId="{00D6A401-8ED9-412F-A7B3-67ED02A649CF}" type="presParOf" srcId="{B2AACDC8-5F52-45E4-9DFB-167C0F1CC600}" destId="{675E8D12-A931-4DFD-8D23-B0692144D6C6}" srcOrd="3" destOrd="0" presId="urn:microsoft.com/office/officeart/2018/2/layout/IconLabelList"/>
    <dgm:cxn modelId="{BB70728E-5E12-4DDF-8BA7-FD3C52077E8D}" type="presParOf" srcId="{B2AACDC8-5F52-45E4-9DFB-167C0F1CC600}" destId="{420C1DF3-C7FB-4DBE-A674-4333896B039F}" srcOrd="4" destOrd="0" presId="urn:microsoft.com/office/officeart/2018/2/layout/IconLabelList"/>
    <dgm:cxn modelId="{5B373EB5-9F9F-49D9-9C59-5E61332B2360}" type="presParOf" srcId="{420C1DF3-C7FB-4DBE-A674-4333896B039F}" destId="{B7C5F285-EA41-46F4-98EA-E8643048A707}" srcOrd="0" destOrd="0" presId="urn:microsoft.com/office/officeart/2018/2/layout/IconLabelList"/>
    <dgm:cxn modelId="{85B917BC-9BA0-4581-808F-0F96AB8D1D97}" type="presParOf" srcId="{420C1DF3-C7FB-4DBE-A674-4333896B039F}" destId="{94F52D23-97A7-4742-9CCF-943A9D364D87}" srcOrd="1" destOrd="0" presId="urn:microsoft.com/office/officeart/2018/2/layout/IconLabelList"/>
    <dgm:cxn modelId="{2144BB2E-0137-46C6-AEF7-D56B4CB84DE7}" type="presParOf" srcId="{420C1DF3-C7FB-4DBE-A674-4333896B039F}" destId="{2029101A-1A52-4900-A0C9-747723040B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0A29E7A-AFAF-4586-B385-B7DBD9B8A5A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69510E2-8A34-47BC-8856-B1FD1E193A6B}">
      <dgm:prSet/>
      <dgm:spPr/>
      <dgm:t>
        <a:bodyPr/>
        <a:lstStyle/>
        <a:p>
          <a:pPr>
            <a:defRPr cap="all"/>
          </a:pPr>
          <a:r>
            <a:rPr lang="en-US"/>
            <a:t>4158 nodes, 13,428 edges</a:t>
          </a:r>
        </a:p>
      </dgm:t>
    </dgm:pt>
    <dgm:pt modelId="{55A9F317-36AE-43C1-8815-8E9AB38C4219}" type="parTrans" cxnId="{BA928684-D4E4-499A-B3F5-5BA9DE42DE58}">
      <dgm:prSet/>
      <dgm:spPr/>
      <dgm:t>
        <a:bodyPr/>
        <a:lstStyle/>
        <a:p>
          <a:endParaRPr lang="en-US"/>
        </a:p>
      </dgm:t>
    </dgm:pt>
    <dgm:pt modelId="{64C1C960-F0F8-4190-BE6A-9EF7E022CBA6}" type="sibTrans" cxnId="{BA928684-D4E4-499A-B3F5-5BA9DE42DE58}">
      <dgm:prSet/>
      <dgm:spPr/>
      <dgm:t>
        <a:bodyPr/>
        <a:lstStyle/>
        <a:p>
          <a:endParaRPr lang="en-US"/>
        </a:p>
      </dgm:t>
    </dgm:pt>
    <dgm:pt modelId="{48A6B026-7343-414A-A6B3-015D6098F17E}">
      <dgm:prSet/>
      <dgm:spPr/>
      <dgm:t>
        <a:bodyPr/>
        <a:lstStyle/>
        <a:p>
          <a:pPr>
            <a:defRPr cap="all"/>
          </a:pPr>
          <a:r>
            <a:rPr lang="en-US"/>
            <a:t>Represents co-authorship in General Relativity</a:t>
          </a:r>
        </a:p>
      </dgm:t>
    </dgm:pt>
    <dgm:pt modelId="{05BD942C-88C5-4C82-B14B-1E3D34A9AB42}" type="parTrans" cxnId="{38C7A031-EBEC-446B-8614-03BED604C19A}">
      <dgm:prSet/>
      <dgm:spPr/>
      <dgm:t>
        <a:bodyPr/>
        <a:lstStyle/>
        <a:p>
          <a:endParaRPr lang="en-US"/>
        </a:p>
      </dgm:t>
    </dgm:pt>
    <dgm:pt modelId="{AEADEB66-7B66-4BE0-B8DA-748F245BDAF4}" type="sibTrans" cxnId="{38C7A031-EBEC-446B-8614-03BED604C19A}">
      <dgm:prSet/>
      <dgm:spPr/>
      <dgm:t>
        <a:bodyPr/>
        <a:lstStyle/>
        <a:p>
          <a:endParaRPr lang="en-US"/>
        </a:p>
      </dgm:t>
    </dgm:pt>
    <dgm:pt modelId="{2DC96157-EC66-4493-8A57-10E9F2ADC7DC}">
      <dgm:prSet/>
      <dgm:spPr/>
      <dgm:t>
        <a:bodyPr/>
        <a:lstStyle/>
        <a:p>
          <a:pPr>
            <a:defRPr cap="all"/>
          </a:pPr>
          <a:r>
            <a:rPr lang="en-US"/>
            <a:t>Expected to show scale-free properties</a:t>
          </a:r>
        </a:p>
      </dgm:t>
    </dgm:pt>
    <dgm:pt modelId="{FCDB22A8-BBD1-4646-AE4D-D1C3F0D89039}" type="parTrans" cxnId="{EDEFCF2F-75D3-4245-9835-415BEFBA0E41}">
      <dgm:prSet/>
      <dgm:spPr/>
      <dgm:t>
        <a:bodyPr/>
        <a:lstStyle/>
        <a:p>
          <a:endParaRPr lang="en-US"/>
        </a:p>
      </dgm:t>
    </dgm:pt>
    <dgm:pt modelId="{E2F907E4-8154-437A-9CEC-1711615837EB}" type="sibTrans" cxnId="{EDEFCF2F-75D3-4245-9835-415BEFBA0E41}">
      <dgm:prSet/>
      <dgm:spPr/>
      <dgm:t>
        <a:bodyPr/>
        <a:lstStyle/>
        <a:p>
          <a:endParaRPr lang="en-US"/>
        </a:p>
      </dgm:t>
    </dgm:pt>
    <dgm:pt modelId="{C5C8ED49-40E1-4D1F-AACA-169674B8936F}" type="pres">
      <dgm:prSet presAssocID="{A0A29E7A-AFAF-4586-B385-B7DBD9B8A5AB}" presName="root" presStyleCnt="0">
        <dgm:presLayoutVars>
          <dgm:dir/>
          <dgm:resizeHandles val="exact"/>
        </dgm:presLayoutVars>
      </dgm:prSet>
      <dgm:spPr/>
    </dgm:pt>
    <dgm:pt modelId="{56DEDC03-1309-4FF1-BC48-33A4319C3774}" type="pres">
      <dgm:prSet presAssocID="{D69510E2-8A34-47BC-8856-B1FD1E193A6B}" presName="compNode" presStyleCnt="0"/>
      <dgm:spPr/>
    </dgm:pt>
    <dgm:pt modelId="{2BB3ACC0-21B1-4C0C-B3A9-325A8A557D5B}" type="pres">
      <dgm:prSet presAssocID="{D69510E2-8A34-47BC-8856-B1FD1E193A6B}" presName="iconBgRect" presStyleLbl="bgShp" presStyleIdx="0" presStyleCnt="3"/>
      <dgm:spPr/>
    </dgm:pt>
    <dgm:pt modelId="{3586F3C7-4E43-4DD8-AB07-557BB35AE959}" type="pres">
      <dgm:prSet presAssocID="{D69510E2-8A34-47BC-8856-B1FD1E193A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9E8D451-D246-4BD7-903A-E6BFC396671F}" type="pres">
      <dgm:prSet presAssocID="{D69510E2-8A34-47BC-8856-B1FD1E193A6B}" presName="spaceRect" presStyleCnt="0"/>
      <dgm:spPr/>
    </dgm:pt>
    <dgm:pt modelId="{95CC7E7D-E6E0-4BC3-A56B-9CF1303304E3}" type="pres">
      <dgm:prSet presAssocID="{D69510E2-8A34-47BC-8856-B1FD1E193A6B}" presName="textRect" presStyleLbl="revTx" presStyleIdx="0" presStyleCnt="3">
        <dgm:presLayoutVars>
          <dgm:chMax val="1"/>
          <dgm:chPref val="1"/>
        </dgm:presLayoutVars>
      </dgm:prSet>
      <dgm:spPr/>
    </dgm:pt>
    <dgm:pt modelId="{A78CB5A3-9565-4AFD-AC92-08B08D40FCD6}" type="pres">
      <dgm:prSet presAssocID="{64C1C960-F0F8-4190-BE6A-9EF7E022CBA6}" presName="sibTrans" presStyleCnt="0"/>
      <dgm:spPr/>
    </dgm:pt>
    <dgm:pt modelId="{C5BB441F-02E4-40FA-8085-C79CEEF95490}" type="pres">
      <dgm:prSet presAssocID="{48A6B026-7343-414A-A6B3-015D6098F17E}" presName="compNode" presStyleCnt="0"/>
      <dgm:spPr/>
    </dgm:pt>
    <dgm:pt modelId="{CEB0B545-00A2-4B8B-A03A-A864CD3CEB96}" type="pres">
      <dgm:prSet presAssocID="{48A6B026-7343-414A-A6B3-015D6098F17E}" presName="iconBgRect" presStyleLbl="bgShp" presStyleIdx="1" presStyleCnt="3"/>
      <dgm:spPr/>
    </dgm:pt>
    <dgm:pt modelId="{092D6902-EA9E-4956-AA88-B6C04F5DE7DD}" type="pres">
      <dgm:prSet presAssocID="{48A6B026-7343-414A-A6B3-015D6098F1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836070F-6308-4E07-A76A-D9E72B50BF2E}" type="pres">
      <dgm:prSet presAssocID="{48A6B026-7343-414A-A6B3-015D6098F17E}" presName="spaceRect" presStyleCnt="0"/>
      <dgm:spPr/>
    </dgm:pt>
    <dgm:pt modelId="{0295214C-5EF9-4093-B4DF-95382DF712D8}" type="pres">
      <dgm:prSet presAssocID="{48A6B026-7343-414A-A6B3-015D6098F17E}" presName="textRect" presStyleLbl="revTx" presStyleIdx="1" presStyleCnt="3">
        <dgm:presLayoutVars>
          <dgm:chMax val="1"/>
          <dgm:chPref val="1"/>
        </dgm:presLayoutVars>
      </dgm:prSet>
      <dgm:spPr/>
    </dgm:pt>
    <dgm:pt modelId="{180D5724-5681-4E9C-B252-7B96ADDE2AD4}" type="pres">
      <dgm:prSet presAssocID="{AEADEB66-7B66-4BE0-B8DA-748F245BDAF4}" presName="sibTrans" presStyleCnt="0"/>
      <dgm:spPr/>
    </dgm:pt>
    <dgm:pt modelId="{3AEEDC91-7C14-40CD-A9CB-AE928F8AFE93}" type="pres">
      <dgm:prSet presAssocID="{2DC96157-EC66-4493-8A57-10E9F2ADC7DC}" presName="compNode" presStyleCnt="0"/>
      <dgm:spPr/>
    </dgm:pt>
    <dgm:pt modelId="{2504325B-CEBB-497E-B753-CF71886EAB0C}" type="pres">
      <dgm:prSet presAssocID="{2DC96157-EC66-4493-8A57-10E9F2ADC7DC}" presName="iconBgRect" presStyleLbl="bgShp" presStyleIdx="2" presStyleCnt="3"/>
      <dgm:spPr/>
    </dgm:pt>
    <dgm:pt modelId="{B0768A0C-7330-4FE1-8DC5-C70DC519A05E}" type="pres">
      <dgm:prSet presAssocID="{2DC96157-EC66-4493-8A57-10E9F2ADC7D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17DBB952-764D-4666-A88F-D1C2C7D4827D}" type="pres">
      <dgm:prSet presAssocID="{2DC96157-EC66-4493-8A57-10E9F2ADC7DC}" presName="spaceRect" presStyleCnt="0"/>
      <dgm:spPr/>
    </dgm:pt>
    <dgm:pt modelId="{5AEB24EA-DC6F-4399-B50E-36731D753E6B}" type="pres">
      <dgm:prSet presAssocID="{2DC96157-EC66-4493-8A57-10E9F2ADC7D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DEFCF2F-75D3-4245-9835-415BEFBA0E41}" srcId="{A0A29E7A-AFAF-4586-B385-B7DBD9B8A5AB}" destId="{2DC96157-EC66-4493-8A57-10E9F2ADC7DC}" srcOrd="2" destOrd="0" parTransId="{FCDB22A8-BBD1-4646-AE4D-D1C3F0D89039}" sibTransId="{E2F907E4-8154-437A-9CEC-1711615837EB}"/>
    <dgm:cxn modelId="{38C7A031-EBEC-446B-8614-03BED604C19A}" srcId="{A0A29E7A-AFAF-4586-B385-B7DBD9B8A5AB}" destId="{48A6B026-7343-414A-A6B3-015D6098F17E}" srcOrd="1" destOrd="0" parTransId="{05BD942C-88C5-4C82-B14B-1E3D34A9AB42}" sibTransId="{AEADEB66-7B66-4BE0-B8DA-748F245BDAF4}"/>
    <dgm:cxn modelId="{65E5E638-8FE2-4E81-A4EA-FD41B60139BA}" type="presOf" srcId="{2DC96157-EC66-4493-8A57-10E9F2ADC7DC}" destId="{5AEB24EA-DC6F-4399-B50E-36731D753E6B}" srcOrd="0" destOrd="0" presId="urn:microsoft.com/office/officeart/2018/5/layout/IconCircleLabelList"/>
    <dgm:cxn modelId="{114FDA74-0030-4E83-A2D9-629829D3B7AA}" type="presOf" srcId="{48A6B026-7343-414A-A6B3-015D6098F17E}" destId="{0295214C-5EF9-4093-B4DF-95382DF712D8}" srcOrd="0" destOrd="0" presId="urn:microsoft.com/office/officeart/2018/5/layout/IconCircleLabelList"/>
    <dgm:cxn modelId="{565E3555-0CEC-4F13-BE3A-8DCF36DDE37D}" type="presOf" srcId="{A0A29E7A-AFAF-4586-B385-B7DBD9B8A5AB}" destId="{C5C8ED49-40E1-4D1F-AACA-169674B8936F}" srcOrd="0" destOrd="0" presId="urn:microsoft.com/office/officeart/2018/5/layout/IconCircleLabelList"/>
    <dgm:cxn modelId="{BA928684-D4E4-499A-B3F5-5BA9DE42DE58}" srcId="{A0A29E7A-AFAF-4586-B385-B7DBD9B8A5AB}" destId="{D69510E2-8A34-47BC-8856-B1FD1E193A6B}" srcOrd="0" destOrd="0" parTransId="{55A9F317-36AE-43C1-8815-8E9AB38C4219}" sibTransId="{64C1C960-F0F8-4190-BE6A-9EF7E022CBA6}"/>
    <dgm:cxn modelId="{7E6279E3-FEF1-4B46-925A-07DEAAAA2EAA}" type="presOf" srcId="{D69510E2-8A34-47BC-8856-B1FD1E193A6B}" destId="{95CC7E7D-E6E0-4BC3-A56B-9CF1303304E3}" srcOrd="0" destOrd="0" presId="urn:microsoft.com/office/officeart/2018/5/layout/IconCircleLabelList"/>
    <dgm:cxn modelId="{DE9BB005-894A-4FF8-B30D-66337BED548E}" type="presParOf" srcId="{C5C8ED49-40E1-4D1F-AACA-169674B8936F}" destId="{56DEDC03-1309-4FF1-BC48-33A4319C3774}" srcOrd="0" destOrd="0" presId="urn:microsoft.com/office/officeart/2018/5/layout/IconCircleLabelList"/>
    <dgm:cxn modelId="{A514DCE0-DA3F-4A18-A3D5-16CC1D6551DA}" type="presParOf" srcId="{56DEDC03-1309-4FF1-BC48-33A4319C3774}" destId="{2BB3ACC0-21B1-4C0C-B3A9-325A8A557D5B}" srcOrd="0" destOrd="0" presId="urn:microsoft.com/office/officeart/2018/5/layout/IconCircleLabelList"/>
    <dgm:cxn modelId="{68C4CD28-C3ED-458D-9978-FEFDEF5B629B}" type="presParOf" srcId="{56DEDC03-1309-4FF1-BC48-33A4319C3774}" destId="{3586F3C7-4E43-4DD8-AB07-557BB35AE959}" srcOrd="1" destOrd="0" presId="urn:microsoft.com/office/officeart/2018/5/layout/IconCircleLabelList"/>
    <dgm:cxn modelId="{02BA4869-184F-4558-92B5-F9A79ADAD383}" type="presParOf" srcId="{56DEDC03-1309-4FF1-BC48-33A4319C3774}" destId="{E9E8D451-D246-4BD7-903A-E6BFC396671F}" srcOrd="2" destOrd="0" presId="urn:microsoft.com/office/officeart/2018/5/layout/IconCircleLabelList"/>
    <dgm:cxn modelId="{80FB1AB7-A597-48D0-BD17-BB2633E86834}" type="presParOf" srcId="{56DEDC03-1309-4FF1-BC48-33A4319C3774}" destId="{95CC7E7D-E6E0-4BC3-A56B-9CF1303304E3}" srcOrd="3" destOrd="0" presId="urn:microsoft.com/office/officeart/2018/5/layout/IconCircleLabelList"/>
    <dgm:cxn modelId="{5D3901A5-DD5F-461C-9F0F-30A6A5209936}" type="presParOf" srcId="{C5C8ED49-40E1-4D1F-AACA-169674B8936F}" destId="{A78CB5A3-9565-4AFD-AC92-08B08D40FCD6}" srcOrd="1" destOrd="0" presId="urn:microsoft.com/office/officeart/2018/5/layout/IconCircleLabelList"/>
    <dgm:cxn modelId="{B50D290E-DB13-4E87-B7BD-6EDE97C18098}" type="presParOf" srcId="{C5C8ED49-40E1-4D1F-AACA-169674B8936F}" destId="{C5BB441F-02E4-40FA-8085-C79CEEF95490}" srcOrd="2" destOrd="0" presId="urn:microsoft.com/office/officeart/2018/5/layout/IconCircleLabelList"/>
    <dgm:cxn modelId="{F7E8C4FB-1B9D-42C4-BC4A-EF9AB218EBAE}" type="presParOf" srcId="{C5BB441F-02E4-40FA-8085-C79CEEF95490}" destId="{CEB0B545-00A2-4B8B-A03A-A864CD3CEB96}" srcOrd="0" destOrd="0" presId="urn:microsoft.com/office/officeart/2018/5/layout/IconCircleLabelList"/>
    <dgm:cxn modelId="{0D91C22A-3E32-4397-A849-1E2FF59E237D}" type="presParOf" srcId="{C5BB441F-02E4-40FA-8085-C79CEEF95490}" destId="{092D6902-EA9E-4956-AA88-B6C04F5DE7DD}" srcOrd="1" destOrd="0" presId="urn:microsoft.com/office/officeart/2018/5/layout/IconCircleLabelList"/>
    <dgm:cxn modelId="{FF7704A1-ED8B-4B96-8714-B5A2126402E4}" type="presParOf" srcId="{C5BB441F-02E4-40FA-8085-C79CEEF95490}" destId="{8836070F-6308-4E07-A76A-D9E72B50BF2E}" srcOrd="2" destOrd="0" presId="urn:microsoft.com/office/officeart/2018/5/layout/IconCircleLabelList"/>
    <dgm:cxn modelId="{4BCBA6E5-F36B-4DAC-867D-2B6CC3CD51C8}" type="presParOf" srcId="{C5BB441F-02E4-40FA-8085-C79CEEF95490}" destId="{0295214C-5EF9-4093-B4DF-95382DF712D8}" srcOrd="3" destOrd="0" presId="urn:microsoft.com/office/officeart/2018/5/layout/IconCircleLabelList"/>
    <dgm:cxn modelId="{790E621B-68EC-4648-8C29-445E386E3E78}" type="presParOf" srcId="{C5C8ED49-40E1-4D1F-AACA-169674B8936F}" destId="{180D5724-5681-4E9C-B252-7B96ADDE2AD4}" srcOrd="3" destOrd="0" presId="urn:microsoft.com/office/officeart/2018/5/layout/IconCircleLabelList"/>
    <dgm:cxn modelId="{5E5C5F33-02E9-4933-A3CC-489507B920AD}" type="presParOf" srcId="{C5C8ED49-40E1-4D1F-AACA-169674B8936F}" destId="{3AEEDC91-7C14-40CD-A9CB-AE928F8AFE93}" srcOrd="4" destOrd="0" presId="urn:microsoft.com/office/officeart/2018/5/layout/IconCircleLabelList"/>
    <dgm:cxn modelId="{58DD77D5-9FDC-4079-A5A0-285E0F61C212}" type="presParOf" srcId="{3AEEDC91-7C14-40CD-A9CB-AE928F8AFE93}" destId="{2504325B-CEBB-497E-B753-CF71886EAB0C}" srcOrd="0" destOrd="0" presId="urn:microsoft.com/office/officeart/2018/5/layout/IconCircleLabelList"/>
    <dgm:cxn modelId="{430B26A4-F284-4013-994E-10386164362A}" type="presParOf" srcId="{3AEEDC91-7C14-40CD-A9CB-AE928F8AFE93}" destId="{B0768A0C-7330-4FE1-8DC5-C70DC519A05E}" srcOrd="1" destOrd="0" presId="urn:microsoft.com/office/officeart/2018/5/layout/IconCircleLabelList"/>
    <dgm:cxn modelId="{7C48D5E3-3E16-46FA-B9F8-8D8E91E2F0CE}" type="presParOf" srcId="{3AEEDC91-7C14-40CD-A9CB-AE928F8AFE93}" destId="{17DBB952-764D-4666-A88F-D1C2C7D4827D}" srcOrd="2" destOrd="0" presId="urn:microsoft.com/office/officeart/2018/5/layout/IconCircleLabelList"/>
    <dgm:cxn modelId="{92D34BC7-A3A2-4237-885C-83D8085D75B6}" type="presParOf" srcId="{3AEEDC91-7C14-40CD-A9CB-AE928F8AFE93}" destId="{5AEB24EA-DC6F-4399-B50E-36731D753E6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CC1E1C-D898-4C3A-AB41-E2842FC1EA5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9C1E704-28A5-4519-8FD1-8D95CED96F32}">
      <dgm:prSet/>
      <dgm:spPr/>
      <dgm:t>
        <a:bodyPr/>
        <a:lstStyle/>
        <a:p>
          <a:pPr>
            <a:defRPr cap="all"/>
          </a:pPr>
          <a:r>
            <a:rPr lang="en-US"/>
            <a:t>Use two algorithms for community detection</a:t>
          </a:r>
        </a:p>
      </dgm:t>
    </dgm:pt>
    <dgm:pt modelId="{A7F8D1D3-A152-4E85-BE3C-AA77ADC0A9AC}" type="parTrans" cxnId="{182B9458-6D71-4B8A-8FB8-342A2AD685E1}">
      <dgm:prSet/>
      <dgm:spPr/>
      <dgm:t>
        <a:bodyPr/>
        <a:lstStyle/>
        <a:p>
          <a:endParaRPr lang="en-US"/>
        </a:p>
      </dgm:t>
    </dgm:pt>
    <dgm:pt modelId="{38FA53D7-AF82-4A0E-9B8E-850B7CCF5CE3}" type="sibTrans" cxnId="{182B9458-6D71-4B8A-8FB8-342A2AD685E1}">
      <dgm:prSet/>
      <dgm:spPr/>
      <dgm:t>
        <a:bodyPr/>
        <a:lstStyle/>
        <a:p>
          <a:endParaRPr lang="en-US"/>
        </a:p>
      </dgm:t>
    </dgm:pt>
    <dgm:pt modelId="{7EBBBB92-913B-44C7-81E5-18A4EF451A03}">
      <dgm:prSet/>
      <dgm:spPr/>
      <dgm:t>
        <a:bodyPr/>
        <a:lstStyle/>
        <a:p>
          <a:pPr>
            <a:defRPr cap="all"/>
          </a:pPr>
          <a:r>
            <a:rPr lang="en-US"/>
            <a:t>Visualize and compare communities</a:t>
          </a:r>
        </a:p>
      </dgm:t>
    </dgm:pt>
    <dgm:pt modelId="{3DE20E97-ABB6-4356-8FDF-643F84EEC243}" type="parTrans" cxnId="{CA608A22-9EA7-4869-A811-F349D47A6E73}">
      <dgm:prSet/>
      <dgm:spPr/>
      <dgm:t>
        <a:bodyPr/>
        <a:lstStyle/>
        <a:p>
          <a:endParaRPr lang="en-US"/>
        </a:p>
      </dgm:t>
    </dgm:pt>
    <dgm:pt modelId="{73E8E695-CDA1-49B9-AA22-9491B3BE462E}" type="sibTrans" cxnId="{CA608A22-9EA7-4869-A811-F349D47A6E73}">
      <dgm:prSet/>
      <dgm:spPr/>
      <dgm:t>
        <a:bodyPr/>
        <a:lstStyle/>
        <a:p>
          <a:endParaRPr lang="en-US"/>
        </a:p>
      </dgm:t>
    </dgm:pt>
    <dgm:pt modelId="{4523B5A7-A8D2-4D5F-8AC9-2FE70A1438DC}" type="pres">
      <dgm:prSet presAssocID="{ABCC1E1C-D898-4C3A-AB41-E2842FC1EA5E}" presName="root" presStyleCnt="0">
        <dgm:presLayoutVars>
          <dgm:dir/>
          <dgm:resizeHandles val="exact"/>
        </dgm:presLayoutVars>
      </dgm:prSet>
      <dgm:spPr/>
    </dgm:pt>
    <dgm:pt modelId="{E6D1A65A-3A92-445B-94D8-892E498E32D4}" type="pres">
      <dgm:prSet presAssocID="{79C1E704-28A5-4519-8FD1-8D95CED96F32}" presName="compNode" presStyleCnt="0"/>
      <dgm:spPr/>
    </dgm:pt>
    <dgm:pt modelId="{6BC60BD8-D9CA-422D-A1F8-9361E6A76324}" type="pres">
      <dgm:prSet presAssocID="{79C1E704-28A5-4519-8FD1-8D95CED96F32}" presName="iconBgRect" presStyleLbl="bgShp" presStyleIdx="0" presStyleCnt="2"/>
      <dgm:spPr/>
    </dgm:pt>
    <dgm:pt modelId="{D0BAB05E-EF59-4839-88A4-87742048E63F}" type="pres">
      <dgm:prSet presAssocID="{79C1E704-28A5-4519-8FD1-8D95CED96F3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34DF5F4-C612-403C-94B6-D65303DAC4F6}" type="pres">
      <dgm:prSet presAssocID="{79C1E704-28A5-4519-8FD1-8D95CED96F32}" presName="spaceRect" presStyleCnt="0"/>
      <dgm:spPr/>
    </dgm:pt>
    <dgm:pt modelId="{F930348E-2D10-4A41-A32D-4A7505396658}" type="pres">
      <dgm:prSet presAssocID="{79C1E704-28A5-4519-8FD1-8D95CED96F32}" presName="textRect" presStyleLbl="revTx" presStyleIdx="0" presStyleCnt="2">
        <dgm:presLayoutVars>
          <dgm:chMax val="1"/>
          <dgm:chPref val="1"/>
        </dgm:presLayoutVars>
      </dgm:prSet>
      <dgm:spPr/>
    </dgm:pt>
    <dgm:pt modelId="{D12B122E-7C78-4B6E-8C39-DC8DFC57AA6B}" type="pres">
      <dgm:prSet presAssocID="{38FA53D7-AF82-4A0E-9B8E-850B7CCF5CE3}" presName="sibTrans" presStyleCnt="0"/>
      <dgm:spPr/>
    </dgm:pt>
    <dgm:pt modelId="{BE6F2913-4539-431C-92EC-919F56B9007D}" type="pres">
      <dgm:prSet presAssocID="{7EBBBB92-913B-44C7-81E5-18A4EF451A03}" presName="compNode" presStyleCnt="0"/>
      <dgm:spPr/>
    </dgm:pt>
    <dgm:pt modelId="{F98CAB6A-A6EA-4892-B5C4-B434114631ED}" type="pres">
      <dgm:prSet presAssocID="{7EBBBB92-913B-44C7-81E5-18A4EF451A03}" presName="iconBgRect" presStyleLbl="bgShp" presStyleIdx="1" presStyleCnt="2"/>
      <dgm:spPr/>
    </dgm:pt>
    <dgm:pt modelId="{1FB3BEFA-884F-4EE5-8C1A-1EF5BD835D09}" type="pres">
      <dgm:prSet presAssocID="{7EBBBB92-913B-44C7-81E5-18A4EF451A0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99BEA9A-62DB-4E6C-B956-644847C34F4C}" type="pres">
      <dgm:prSet presAssocID="{7EBBBB92-913B-44C7-81E5-18A4EF451A03}" presName="spaceRect" presStyleCnt="0"/>
      <dgm:spPr/>
    </dgm:pt>
    <dgm:pt modelId="{E61B2A77-490F-4A3D-8337-18E34E12B1C3}" type="pres">
      <dgm:prSet presAssocID="{7EBBBB92-913B-44C7-81E5-18A4EF451A0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F21C302-B05D-424B-A613-9F0125340F0D}" type="presOf" srcId="{7EBBBB92-913B-44C7-81E5-18A4EF451A03}" destId="{E61B2A77-490F-4A3D-8337-18E34E12B1C3}" srcOrd="0" destOrd="0" presId="urn:microsoft.com/office/officeart/2018/5/layout/IconCircleLabelList"/>
    <dgm:cxn modelId="{CA608A22-9EA7-4869-A811-F349D47A6E73}" srcId="{ABCC1E1C-D898-4C3A-AB41-E2842FC1EA5E}" destId="{7EBBBB92-913B-44C7-81E5-18A4EF451A03}" srcOrd="1" destOrd="0" parTransId="{3DE20E97-ABB6-4356-8FDF-643F84EEC243}" sibTransId="{73E8E695-CDA1-49B9-AA22-9491B3BE462E}"/>
    <dgm:cxn modelId="{D1DBB351-DC18-4F2F-8FB4-1D3E04BF5280}" type="presOf" srcId="{ABCC1E1C-D898-4C3A-AB41-E2842FC1EA5E}" destId="{4523B5A7-A8D2-4D5F-8AC9-2FE70A1438DC}" srcOrd="0" destOrd="0" presId="urn:microsoft.com/office/officeart/2018/5/layout/IconCircleLabelList"/>
    <dgm:cxn modelId="{182B9458-6D71-4B8A-8FB8-342A2AD685E1}" srcId="{ABCC1E1C-D898-4C3A-AB41-E2842FC1EA5E}" destId="{79C1E704-28A5-4519-8FD1-8D95CED96F32}" srcOrd="0" destOrd="0" parTransId="{A7F8D1D3-A152-4E85-BE3C-AA77ADC0A9AC}" sibTransId="{38FA53D7-AF82-4A0E-9B8E-850B7CCF5CE3}"/>
    <dgm:cxn modelId="{0BD22486-E9E0-4A61-A85C-F43429A2F51F}" type="presOf" srcId="{79C1E704-28A5-4519-8FD1-8D95CED96F32}" destId="{F930348E-2D10-4A41-A32D-4A7505396658}" srcOrd="0" destOrd="0" presId="urn:microsoft.com/office/officeart/2018/5/layout/IconCircleLabelList"/>
    <dgm:cxn modelId="{C1B97D76-E8DB-4BAF-8A53-79ECD0015504}" type="presParOf" srcId="{4523B5A7-A8D2-4D5F-8AC9-2FE70A1438DC}" destId="{E6D1A65A-3A92-445B-94D8-892E498E32D4}" srcOrd="0" destOrd="0" presId="urn:microsoft.com/office/officeart/2018/5/layout/IconCircleLabelList"/>
    <dgm:cxn modelId="{4622B738-1169-417D-AC02-A741284F289E}" type="presParOf" srcId="{E6D1A65A-3A92-445B-94D8-892E498E32D4}" destId="{6BC60BD8-D9CA-422D-A1F8-9361E6A76324}" srcOrd="0" destOrd="0" presId="urn:microsoft.com/office/officeart/2018/5/layout/IconCircleLabelList"/>
    <dgm:cxn modelId="{3E9369D0-07D1-4DD4-95A6-51C608A907BC}" type="presParOf" srcId="{E6D1A65A-3A92-445B-94D8-892E498E32D4}" destId="{D0BAB05E-EF59-4839-88A4-87742048E63F}" srcOrd="1" destOrd="0" presId="urn:microsoft.com/office/officeart/2018/5/layout/IconCircleLabelList"/>
    <dgm:cxn modelId="{B46BBDED-3C9C-41DB-B13A-BC1D7103ECCE}" type="presParOf" srcId="{E6D1A65A-3A92-445B-94D8-892E498E32D4}" destId="{634DF5F4-C612-403C-94B6-D65303DAC4F6}" srcOrd="2" destOrd="0" presId="urn:microsoft.com/office/officeart/2018/5/layout/IconCircleLabelList"/>
    <dgm:cxn modelId="{0380B7BD-1372-4E0D-830F-30F0A081A617}" type="presParOf" srcId="{E6D1A65A-3A92-445B-94D8-892E498E32D4}" destId="{F930348E-2D10-4A41-A32D-4A7505396658}" srcOrd="3" destOrd="0" presId="urn:microsoft.com/office/officeart/2018/5/layout/IconCircleLabelList"/>
    <dgm:cxn modelId="{ED7841AC-2860-412E-82D4-7148DE776A40}" type="presParOf" srcId="{4523B5A7-A8D2-4D5F-8AC9-2FE70A1438DC}" destId="{D12B122E-7C78-4B6E-8C39-DC8DFC57AA6B}" srcOrd="1" destOrd="0" presId="urn:microsoft.com/office/officeart/2018/5/layout/IconCircleLabelList"/>
    <dgm:cxn modelId="{33C581C6-59F0-47A0-86E2-AE45D258BB70}" type="presParOf" srcId="{4523B5A7-A8D2-4D5F-8AC9-2FE70A1438DC}" destId="{BE6F2913-4539-431C-92EC-919F56B9007D}" srcOrd="2" destOrd="0" presId="urn:microsoft.com/office/officeart/2018/5/layout/IconCircleLabelList"/>
    <dgm:cxn modelId="{3E32A8BF-205B-4A45-A6B8-FA4F912D31A1}" type="presParOf" srcId="{BE6F2913-4539-431C-92EC-919F56B9007D}" destId="{F98CAB6A-A6EA-4892-B5C4-B434114631ED}" srcOrd="0" destOrd="0" presId="urn:microsoft.com/office/officeart/2018/5/layout/IconCircleLabelList"/>
    <dgm:cxn modelId="{B4CA80A2-4BD0-4005-A924-C58705018378}" type="presParOf" srcId="{BE6F2913-4539-431C-92EC-919F56B9007D}" destId="{1FB3BEFA-884F-4EE5-8C1A-1EF5BD835D09}" srcOrd="1" destOrd="0" presId="urn:microsoft.com/office/officeart/2018/5/layout/IconCircleLabelList"/>
    <dgm:cxn modelId="{061D32F4-883E-4C95-94FE-C72742629E69}" type="presParOf" srcId="{BE6F2913-4539-431C-92EC-919F56B9007D}" destId="{399BEA9A-62DB-4E6C-B956-644847C34F4C}" srcOrd="2" destOrd="0" presId="urn:microsoft.com/office/officeart/2018/5/layout/IconCircleLabelList"/>
    <dgm:cxn modelId="{CCB08E46-7849-41CA-A0F2-18C4193736CA}" type="presParOf" srcId="{BE6F2913-4539-431C-92EC-919F56B9007D}" destId="{E61B2A77-490F-4A3D-8337-18E34E12B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A3A2B6F-65C8-4663-B2A0-F87626DD82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DF2237-C2C0-4120-ABEE-2C04EB38C25D}">
      <dgm:prSet/>
      <dgm:spPr/>
      <dgm:t>
        <a:bodyPr/>
        <a:lstStyle/>
        <a:p>
          <a:r>
            <a:rPr lang="en-US"/>
            <a:t>Based on modularity optimization</a:t>
          </a:r>
        </a:p>
      </dgm:t>
    </dgm:pt>
    <dgm:pt modelId="{9F1B6E64-689C-4224-A543-F8E30D33E9CD}" type="parTrans" cxnId="{98D1BAC1-270B-4EDC-8504-F523E18D44CB}">
      <dgm:prSet/>
      <dgm:spPr/>
      <dgm:t>
        <a:bodyPr/>
        <a:lstStyle/>
        <a:p>
          <a:endParaRPr lang="en-US"/>
        </a:p>
      </dgm:t>
    </dgm:pt>
    <dgm:pt modelId="{D8ED1172-1C65-46B2-ACCF-F8EED382DEA0}" type="sibTrans" cxnId="{98D1BAC1-270B-4EDC-8504-F523E18D44CB}">
      <dgm:prSet/>
      <dgm:spPr/>
      <dgm:t>
        <a:bodyPr/>
        <a:lstStyle/>
        <a:p>
          <a:endParaRPr lang="en-US"/>
        </a:p>
      </dgm:t>
    </dgm:pt>
    <dgm:pt modelId="{D6512C04-50B8-4688-A31A-DE8946F64D17}">
      <dgm:prSet/>
      <dgm:spPr/>
      <dgm:t>
        <a:bodyPr/>
        <a:lstStyle/>
        <a:p>
          <a:r>
            <a:rPr lang="en-US"/>
            <a:t>Builds community hierarchy</a:t>
          </a:r>
        </a:p>
      </dgm:t>
    </dgm:pt>
    <dgm:pt modelId="{D1651F7F-500A-48AB-A1D4-CF767D01B935}" type="parTrans" cxnId="{9703E183-15CE-44F8-9AC0-5A10FAFE9011}">
      <dgm:prSet/>
      <dgm:spPr/>
      <dgm:t>
        <a:bodyPr/>
        <a:lstStyle/>
        <a:p>
          <a:endParaRPr lang="en-US"/>
        </a:p>
      </dgm:t>
    </dgm:pt>
    <dgm:pt modelId="{4A0A312F-0619-4823-BB9E-365ECDC12239}" type="sibTrans" cxnId="{9703E183-15CE-44F8-9AC0-5A10FAFE9011}">
      <dgm:prSet/>
      <dgm:spPr/>
      <dgm:t>
        <a:bodyPr/>
        <a:lstStyle/>
        <a:p>
          <a:endParaRPr lang="en-US"/>
        </a:p>
      </dgm:t>
    </dgm:pt>
    <dgm:pt modelId="{7D9875DA-8C75-4B70-A1AA-667F96CD90F3}">
      <dgm:prSet/>
      <dgm:spPr/>
      <dgm:t>
        <a:bodyPr/>
        <a:lstStyle/>
        <a:p>
          <a:r>
            <a:rPr lang="en-US"/>
            <a:t>Pros: Structured; Cons: Computational cost</a:t>
          </a:r>
        </a:p>
      </dgm:t>
    </dgm:pt>
    <dgm:pt modelId="{04D3F18D-CB19-48B0-B85C-F3B80A6A28EB}" type="parTrans" cxnId="{8AF10D0B-0163-462C-9391-5DB678F7B379}">
      <dgm:prSet/>
      <dgm:spPr/>
      <dgm:t>
        <a:bodyPr/>
        <a:lstStyle/>
        <a:p>
          <a:endParaRPr lang="en-US"/>
        </a:p>
      </dgm:t>
    </dgm:pt>
    <dgm:pt modelId="{333FA7FA-88AF-483A-AAC7-D8CA054A27F7}" type="sibTrans" cxnId="{8AF10D0B-0163-462C-9391-5DB678F7B379}">
      <dgm:prSet/>
      <dgm:spPr/>
      <dgm:t>
        <a:bodyPr/>
        <a:lstStyle/>
        <a:p>
          <a:endParaRPr lang="en-US"/>
        </a:p>
      </dgm:t>
    </dgm:pt>
    <dgm:pt modelId="{9A348602-74DF-4151-B8AB-74B57536D411}" type="pres">
      <dgm:prSet presAssocID="{6A3A2B6F-65C8-4663-B2A0-F87626DD823F}" presName="root" presStyleCnt="0">
        <dgm:presLayoutVars>
          <dgm:dir/>
          <dgm:resizeHandles val="exact"/>
        </dgm:presLayoutVars>
      </dgm:prSet>
      <dgm:spPr/>
    </dgm:pt>
    <dgm:pt modelId="{A7ACD2E9-E73D-4ADD-A813-C100B9B94783}" type="pres">
      <dgm:prSet presAssocID="{08DF2237-C2C0-4120-ABEE-2C04EB38C25D}" presName="compNode" presStyleCnt="0"/>
      <dgm:spPr/>
    </dgm:pt>
    <dgm:pt modelId="{953F1B89-BE5B-4009-A1D9-DA704006E1EB}" type="pres">
      <dgm:prSet presAssocID="{08DF2237-C2C0-4120-ABEE-2C04EB38C25D}" presName="bgRect" presStyleLbl="bgShp" presStyleIdx="0" presStyleCnt="3"/>
      <dgm:spPr/>
    </dgm:pt>
    <dgm:pt modelId="{0D3E2CDA-14B3-427D-992C-BE7B68EB9C31}" type="pres">
      <dgm:prSet presAssocID="{08DF2237-C2C0-4120-ABEE-2C04EB38C2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5E68939-87FC-4C29-9938-1B6C4B003F8F}" type="pres">
      <dgm:prSet presAssocID="{08DF2237-C2C0-4120-ABEE-2C04EB38C25D}" presName="spaceRect" presStyleCnt="0"/>
      <dgm:spPr/>
    </dgm:pt>
    <dgm:pt modelId="{27E6BFAF-98F6-4C60-A3B5-CD171DCF4C79}" type="pres">
      <dgm:prSet presAssocID="{08DF2237-C2C0-4120-ABEE-2C04EB38C25D}" presName="parTx" presStyleLbl="revTx" presStyleIdx="0" presStyleCnt="3">
        <dgm:presLayoutVars>
          <dgm:chMax val="0"/>
          <dgm:chPref val="0"/>
        </dgm:presLayoutVars>
      </dgm:prSet>
      <dgm:spPr/>
    </dgm:pt>
    <dgm:pt modelId="{A102C221-679C-4706-B2A7-B22F4D90177F}" type="pres">
      <dgm:prSet presAssocID="{D8ED1172-1C65-46B2-ACCF-F8EED382DEA0}" presName="sibTrans" presStyleCnt="0"/>
      <dgm:spPr/>
    </dgm:pt>
    <dgm:pt modelId="{BE92D45D-3B3A-464E-8FBA-9712C2C3E49A}" type="pres">
      <dgm:prSet presAssocID="{D6512C04-50B8-4688-A31A-DE8946F64D17}" presName="compNode" presStyleCnt="0"/>
      <dgm:spPr/>
    </dgm:pt>
    <dgm:pt modelId="{5F544169-527C-4271-B67D-C0F90ADEC88A}" type="pres">
      <dgm:prSet presAssocID="{D6512C04-50B8-4688-A31A-DE8946F64D17}" presName="bgRect" presStyleLbl="bgShp" presStyleIdx="1" presStyleCnt="3"/>
      <dgm:spPr/>
    </dgm:pt>
    <dgm:pt modelId="{DA53B92C-ACF6-4EF3-9910-A272B1081AB8}" type="pres">
      <dgm:prSet presAssocID="{D6512C04-50B8-4688-A31A-DE8946F64D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D7C97B15-10D3-4B1B-B508-D1964545D485}" type="pres">
      <dgm:prSet presAssocID="{D6512C04-50B8-4688-A31A-DE8946F64D17}" presName="spaceRect" presStyleCnt="0"/>
      <dgm:spPr/>
    </dgm:pt>
    <dgm:pt modelId="{FD5C1EAA-8D38-4FA7-9EF6-EEA0AFABB286}" type="pres">
      <dgm:prSet presAssocID="{D6512C04-50B8-4688-A31A-DE8946F64D17}" presName="parTx" presStyleLbl="revTx" presStyleIdx="1" presStyleCnt="3">
        <dgm:presLayoutVars>
          <dgm:chMax val="0"/>
          <dgm:chPref val="0"/>
        </dgm:presLayoutVars>
      </dgm:prSet>
      <dgm:spPr/>
    </dgm:pt>
    <dgm:pt modelId="{C8905C96-9373-4610-B59F-02FBD862B3D1}" type="pres">
      <dgm:prSet presAssocID="{4A0A312F-0619-4823-BB9E-365ECDC12239}" presName="sibTrans" presStyleCnt="0"/>
      <dgm:spPr/>
    </dgm:pt>
    <dgm:pt modelId="{0E29FE4B-5D51-4AAB-9ED6-59A179990EEF}" type="pres">
      <dgm:prSet presAssocID="{7D9875DA-8C75-4B70-A1AA-667F96CD90F3}" presName="compNode" presStyleCnt="0"/>
      <dgm:spPr/>
    </dgm:pt>
    <dgm:pt modelId="{72A41024-593B-42D4-BFC0-87F73F7A0EDC}" type="pres">
      <dgm:prSet presAssocID="{7D9875DA-8C75-4B70-A1AA-667F96CD90F3}" presName="bgRect" presStyleLbl="bgShp" presStyleIdx="2" presStyleCnt="3"/>
      <dgm:spPr/>
    </dgm:pt>
    <dgm:pt modelId="{47B1EBB1-017C-441C-B446-006953B8D0D1}" type="pres">
      <dgm:prSet presAssocID="{7D9875DA-8C75-4B70-A1AA-667F96CD90F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F37A0BD-1339-4C7B-B2AE-4D1FB6B32A3C}" type="pres">
      <dgm:prSet presAssocID="{7D9875DA-8C75-4B70-A1AA-667F96CD90F3}" presName="spaceRect" presStyleCnt="0"/>
      <dgm:spPr/>
    </dgm:pt>
    <dgm:pt modelId="{A3F3ED3E-9C6C-4CD3-8B28-88CBC23ECA21}" type="pres">
      <dgm:prSet presAssocID="{7D9875DA-8C75-4B70-A1AA-667F96CD90F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DBB403-4655-4E2A-8B00-BE599A2E3CCA}" type="presOf" srcId="{6A3A2B6F-65C8-4663-B2A0-F87626DD823F}" destId="{9A348602-74DF-4151-B8AB-74B57536D411}" srcOrd="0" destOrd="0" presId="urn:microsoft.com/office/officeart/2018/2/layout/IconVerticalSolidList"/>
    <dgm:cxn modelId="{8AF10D0B-0163-462C-9391-5DB678F7B379}" srcId="{6A3A2B6F-65C8-4663-B2A0-F87626DD823F}" destId="{7D9875DA-8C75-4B70-A1AA-667F96CD90F3}" srcOrd="2" destOrd="0" parTransId="{04D3F18D-CB19-48B0-B85C-F3B80A6A28EB}" sibTransId="{333FA7FA-88AF-483A-AAC7-D8CA054A27F7}"/>
    <dgm:cxn modelId="{251A243D-E08F-437F-8C80-A98AA8D0ED21}" type="presOf" srcId="{D6512C04-50B8-4688-A31A-DE8946F64D17}" destId="{FD5C1EAA-8D38-4FA7-9EF6-EEA0AFABB286}" srcOrd="0" destOrd="0" presId="urn:microsoft.com/office/officeart/2018/2/layout/IconVerticalSolidList"/>
    <dgm:cxn modelId="{9703E183-15CE-44F8-9AC0-5A10FAFE9011}" srcId="{6A3A2B6F-65C8-4663-B2A0-F87626DD823F}" destId="{D6512C04-50B8-4688-A31A-DE8946F64D17}" srcOrd="1" destOrd="0" parTransId="{D1651F7F-500A-48AB-A1D4-CF767D01B935}" sibTransId="{4A0A312F-0619-4823-BB9E-365ECDC12239}"/>
    <dgm:cxn modelId="{6187C2AB-9E0A-4007-B0B0-875E581BAFB9}" type="presOf" srcId="{08DF2237-C2C0-4120-ABEE-2C04EB38C25D}" destId="{27E6BFAF-98F6-4C60-A3B5-CD171DCF4C79}" srcOrd="0" destOrd="0" presId="urn:microsoft.com/office/officeart/2018/2/layout/IconVerticalSolidList"/>
    <dgm:cxn modelId="{D0B928B6-12F2-4973-B63E-BC0A72C9DB9E}" type="presOf" srcId="{7D9875DA-8C75-4B70-A1AA-667F96CD90F3}" destId="{A3F3ED3E-9C6C-4CD3-8B28-88CBC23ECA21}" srcOrd="0" destOrd="0" presId="urn:microsoft.com/office/officeart/2018/2/layout/IconVerticalSolidList"/>
    <dgm:cxn modelId="{98D1BAC1-270B-4EDC-8504-F523E18D44CB}" srcId="{6A3A2B6F-65C8-4663-B2A0-F87626DD823F}" destId="{08DF2237-C2C0-4120-ABEE-2C04EB38C25D}" srcOrd="0" destOrd="0" parTransId="{9F1B6E64-689C-4224-A543-F8E30D33E9CD}" sibTransId="{D8ED1172-1C65-46B2-ACCF-F8EED382DEA0}"/>
    <dgm:cxn modelId="{E138F56B-BF7B-4D79-9557-EDFCE8686DEE}" type="presParOf" srcId="{9A348602-74DF-4151-B8AB-74B57536D411}" destId="{A7ACD2E9-E73D-4ADD-A813-C100B9B94783}" srcOrd="0" destOrd="0" presId="urn:microsoft.com/office/officeart/2018/2/layout/IconVerticalSolidList"/>
    <dgm:cxn modelId="{70BCF7C8-45DB-4DD7-A18A-FCB49DFE0284}" type="presParOf" srcId="{A7ACD2E9-E73D-4ADD-A813-C100B9B94783}" destId="{953F1B89-BE5B-4009-A1D9-DA704006E1EB}" srcOrd="0" destOrd="0" presId="urn:microsoft.com/office/officeart/2018/2/layout/IconVerticalSolidList"/>
    <dgm:cxn modelId="{3BC25CBD-0E61-4BF8-B18E-DB7934A3675D}" type="presParOf" srcId="{A7ACD2E9-E73D-4ADD-A813-C100B9B94783}" destId="{0D3E2CDA-14B3-427D-992C-BE7B68EB9C31}" srcOrd="1" destOrd="0" presId="urn:microsoft.com/office/officeart/2018/2/layout/IconVerticalSolidList"/>
    <dgm:cxn modelId="{4FD1099E-09CE-42C2-9973-B305B8324B30}" type="presParOf" srcId="{A7ACD2E9-E73D-4ADD-A813-C100B9B94783}" destId="{C5E68939-87FC-4C29-9938-1B6C4B003F8F}" srcOrd="2" destOrd="0" presId="urn:microsoft.com/office/officeart/2018/2/layout/IconVerticalSolidList"/>
    <dgm:cxn modelId="{76425675-39A9-46CF-AF4D-BFFF349BC3B4}" type="presParOf" srcId="{A7ACD2E9-E73D-4ADD-A813-C100B9B94783}" destId="{27E6BFAF-98F6-4C60-A3B5-CD171DCF4C79}" srcOrd="3" destOrd="0" presId="urn:microsoft.com/office/officeart/2018/2/layout/IconVerticalSolidList"/>
    <dgm:cxn modelId="{969F1CB8-9F17-4052-9598-27374BB8F6A8}" type="presParOf" srcId="{9A348602-74DF-4151-B8AB-74B57536D411}" destId="{A102C221-679C-4706-B2A7-B22F4D90177F}" srcOrd="1" destOrd="0" presId="urn:microsoft.com/office/officeart/2018/2/layout/IconVerticalSolidList"/>
    <dgm:cxn modelId="{99C46588-8618-4939-AEAE-76F236054688}" type="presParOf" srcId="{9A348602-74DF-4151-B8AB-74B57536D411}" destId="{BE92D45D-3B3A-464E-8FBA-9712C2C3E49A}" srcOrd="2" destOrd="0" presId="urn:microsoft.com/office/officeart/2018/2/layout/IconVerticalSolidList"/>
    <dgm:cxn modelId="{5358A6FF-96B5-4255-9A2C-223F0CB58C27}" type="presParOf" srcId="{BE92D45D-3B3A-464E-8FBA-9712C2C3E49A}" destId="{5F544169-527C-4271-B67D-C0F90ADEC88A}" srcOrd="0" destOrd="0" presId="urn:microsoft.com/office/officeart/2018/2/layout/IconVerticalSolidList"/>
    <dgm:cxn modelId="{9CE87641-295E-4BF0-AFD5-16B1D501289D}" type="presParOf" srcId="{BE92D45D-3B3A-464E-8FBA-9712C2C3E49A}" destId="{DA53B92C-ACF6-4EF3-9910-A272B1081AB8}" srcOrd="1" destOrd="0" presId="urn:microsoft.com/office/officeart/2018/2/layout/IconVerticalSolidList"/>
    <dgm:cxn modelId="{AFE0FAD5-20CF-4C79-B813-E904C47AF166}" type="presParOf" srcId="{BE92D45D-3B3A-464E-8FBA-9712C2C3E49A}" destId="{D7C97B15-10D3-4B1B-B508-D1964545D485}" srcOrd="2" destOrd="0" presId="urn:microsoft.com/office/officeart/2018/2/layout/IconVerticalSolidList"/>
    <dgm:cxn modelId="{408F2BD1-5432-407B-BEFE-BD50274E9B48}" type="presParOf" srcId="{BE92D45D-3B3A-464E-8FBA-9712C2C3E49A}" destId="{FD5C1EAA-8D38-4FA7-9EF6-EEA0AFABB286}" srcOrd="3" destOrd="0" presId="urn:microsoft.com/office/officeart/2018/2/layout/IconVerticalSolidList"/>
    <dgm:cxn modelId="{ADBF7657-3FC4-4DD7-B49B-9D3EE2E798A8}" type="presParOf" srcId="{9A348602-74DF-4151-B8AB-74B57536D411}" destId="{C8905C96-9373-4610-B59F-02FBD862B3D1}" srcOrd="3" destOrd="0" presId="urn:microsoft.com/office/officeart/2018/2/layout/IconVerticalSolidList"/>
    <dgm:cxn modelId="{EE1BD6BA-ADBC-4476-8150-DF5A83019ABA}" type="presParOf" srcId="{9A348602-74DF-4151-B8AB-74B57536D411}" destId="{0E29FE4B-5D51-4AAB-9ED6-59A179990EEF}" srcOrd="4" destOrd="0" presId="urn:microsoft.com/office/officeart/2018/2/layout/IconVerticalSolidList"/>
    <dgm:cxn modelId="{DBE9D3DC-A993-4E1C-9057-6145AAC729E1}" type="presParOf" srcId="{0E29FE4B-5D51-4AAB-9ED6-59A179990EEF}" destId="{72A41024-593B-42D4-BFC0-87F73F7A0EDC}" srcOrd="0" destOrd="0" presId="urn:microsoft.com/office/officeart/2018/2/layout/IconVerticalSolidList"/>
    <dgm:cxn modelId="{E39E2AC8-4CF9-4454-A885-236754CBD4DF}" type="presParOf" srcId="{0E29FE4B-5D51-4AAB-9ED6-59A179990EEF}" destId="{47B1EBB1-017C-441C-B446-006953B8D0D1}" srcOrd="1" destOrd="0" presId="urn:microsoft.com/office/officeart/2018/2/layout/IconVerticalSolidList"/>
    <dgm:cxn modelId="{82CEE9CA-819C-4D32-B8AD-09C4418ED544}" type="presParOf" srcId="{0E29FE4B-5D51-4AAB-9ED6-59A179990EEF}" destId="{BF37A0BD-1339-4C7B-B2AE-4D1FB6B32A3C}" srcOrd="2" destOrd="0" presId="urn:microsoft.com/office/officeart/2018/2/layout/IconVerticalSolidList"/>
    <dgm:cxn modelId="{F35BCFB9-BCFF-4565-BBF3-17A94BC68EFD}" type="presParOf" srcId="{0E29FE4B-5D51-4AAB-9ED6-59A179990EEF}" destId="{A3F3ED3E-9C6C-4CD3-8B28-88CBC23ECA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9BA04ED-1160-4CC3-9986-25C8C41A15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351A2D3-457C-4A91-B55C-F99F7B7CD937}">
      <dgm:prSet/>
      <dgm:spPr/>
      <dgm:t>
        <a:bodyPr/>
        <a:lstStyle/>
        <a:p>
          <a:r>
            <a:rPr lang="en-US"/>
            <a:t>Ensure graph connectivity</a:t>
          </a:r>
        </a:p>
      </dgm:t>
    </dgm:pt>
    <dgm:pt modelId="{EBAAA49B-2C60-44DD-A4A7-4CC67BCC20DF}" type="parTrans" cxnId="{34FDB69F-A0BB-4A28-B1F5-E7094EB2B5E3}">
      <dgm:prSet/>
      <dgm:spPr/>
      <dgm:t>
        <a:bodyPr/>
        <a:lstStyle/>
        <a:p>
          <a:endParaRPr lang="en-US"/>
        </a:p>
      </dgm:t>
    </dgm:pt>
    <dgm:pt modelId="{07410DE4-28A1-4356-AF92-E837A5491FDB}" type="sibTrans" cxnId="{34FDB69F-A0BB-4A28-B1F5-E7094EB2B5E3}">
      <dgm:prSet/>
      <dgm:spPr/>
      <dgm:t>
        <a:bodyPr/>
        <a:lstStyle/>
        <a:p>
          <a:endParaRPr lang="en-US"/>
        </a:p>
      </dgm:t>
    </dgm:pt>
    <dgm:pt modelId="{62731D8A-365C-40C5-B81B-36D1F1F8D4BC}">
      <dgm:prSet/>
      <dgm:spPr/>
      <dgm:t>
        <a:bodyPr/>
        <a:lstStyle/>
        <a:p>
          <a:r>
            <a:rPr lang="en-US"/>
            <a:t>Extract largest connected component</a:t>
          </a:r>
        </a:p>
      </dgm:t>
    </dgm:pt>
    <dgm:pt modelId="{E836B792-8452-45A6-9345-CD12E3272A3D}" type="parTrans" cxnId="{C8B4EF26-FC93-4EA0-9E96-4A70228B4233}">
      <dgm:prSet/>
      <dgm:spPr/>
      <dgm:t>
        <a:bodyPr/>
        <a:lstStyle/>
        <a:p>
          <a:endParaRPr lang="en-US"/>
        </a:p>
      </dgm:t>
    </dgm:pt>
    <dgm:pt modelId="{626E5551-4A43-4A5B-9678-24603A420183}" type="sibTrans" cxnId="{C8B4EF26-FC93-4EA0-9E96-4A70228B4233}">
      <dgm:prSet/>
      <dgm:spPr/>
      <dgm:t>
        <a:bodyPr/>
        <a:lstStyle/>
        <a:p>
          <a:endParaRPr lang="en-US"/>
        </a:p>
      </dgm:t>
    </dgm:pt>
    <dgm:pt modelId="{45CFBEDE-D18B-4C3D-8EAD-56C2BD4A6B60}">
      <dgm:prSet/>
      <dgm:spPr/>
      <dgm:t>
        <a:bodyPr/>
        <a:lstStyle/>
        <a:p>
          <a:r>
            <a:rPr lang="en-US"/>
            <a:t>Spring layout used for visualization</a:t>
          </a:r>
        </a:p>
      </dgm:t>
    </dgm:pt>
    <dgm:pt modelId="{2ABC394F-89E2-4FF4-9C17-78E9A8427D8A}" type="parTrans" cxnId="{B6496B1D-E4CA-4F69-BB1C-CE52699B1223}">
      <dgm:prSet/>
      <dgm:spPr/>
      <dgm:t>
        <a:bodyPr/>
        <a:lstStyle/>
        <a:p>
          <a:endParaRPr lang="en-US"/>
        </a:p>
      </dgm:t>
    </dgm:pt>
    <dgm:pt modelId="{F349FF97-B616-4156-811D-B40972E5A587}" type="sibTrans" cxnId="{B6496B1D-E4CA-4F69-BB1C-CE52699B1223}">
      <dgm:prSet/>
      <dgm:spPr/>
      <dgm:t>
        <a:bodyPr/>
        <a:lstStyle/>
        <a:p>
          <a:endParaRPr lang="en-US"/>
        </a:p>
      </dgm:t>
    </dgm:pt>
    <dgm:pt modelId="{2662E500-FC37-415F-9867-A81723B77D40}" type="pres">
      <dgm:prSet presAssocID="{49BA04ED-1160-4CC3-9986-25C8C41A1549}" presName="root" presStyleCnt="0">
        <dgm:presLayoutVars>
          <dgm:dir/>
          <dgm:resizeHandles val="exact"/>
        </dgm:presLayoutVars>
      </dgm:prSet>
      <dgm:spPr/>
    </dgm:pt>
    <dgm:pt modelId="{73C240EA-3B86-4D56-B7C0-D049ED9AF5ED}" type="pres">
      <dgm:prSet presAssocID="{E351A2D3-457C-4A91-B55C-F99F7B7CD937}" presName="compNode" presStyleCnt="0"/>
      <dgm:spPr/>
    </dgm:pt>
    <dgm:pt modelId="{78EFDA0D-E4CC-4229-AD76-EB42C605E388}" type="pres">
      <dgm:prSet presAssocID="{E351A2D3-457C-4A91-B55C-F99F7B7CD937}" presName="bgRect" presStyleLbl="bgShp" presStyleIdx="0" presStyleCnt="3"/>
      <dgm:spPr/>
    </dgm:pt>
    <dgm:pt modelId="{538765BC-32FE-44F8-A302-2990CEDF6A4B}" type="pres">
      <dgm:prSet presAssocID="{E351A2D3-457C-4A91-B55C-F99F7B7CD9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BD6E1E3-F4A4-41C2-90B1-D129C6727F6B}" type="pres">
      <dgm:prSet presAssocID="{E351A2D3-457C-4A91-B55C-F99F7B7CD937}" presName="spaceRect" presStyleCnt="0"/>
      <dgm:spPr/>
    </dgm:pt>
    <dgm:pt modelId="{E28F246B-3FD9-425D-8E3B-E88161E126C0}" type="pres">
      <dgm:prSet presAssocID="{E351A2D3-457C-4A91-B55C-F99F7B7CD937}" presName="parTx" presStyleLbl="revTx" presStyleIdx="0" presStyleCnt="3">
        <dgm:presLayoutVars>
          <dgm:chMax val="0"/>
          <dgm:chPref val="0"/>
        </dgm:presLayoutVars>
      </dgm:prSet>
      <dgm:spPr/>
    </dgm:pt>
    <dgm:pt modelId="{84FCA853-EB50-4B52-956B-6307CDE9F9E2}" type="pres">
      <dgm:prSet presAssocID="{07410DE4-28A1-4356-AF92-E837A5491FDB}" presName="sibTrans" presStyleCnt="0"/>
      <dgm:spPr/>
    </dgm:pt>
    <dgm:pt modelId="{4694D9DE-F137-459B-9388-6A30599BC8FC}" type="pres">
      <dgm:prSet presAssocID="{62731D8A-365C-40C5-B81B-36D1F1F8D4BC}" presName="compNode" presStyleCnt="0"/>
      <dgm:spPr/>
    </dgm:pt>
    <dgm:pt modelId="{8C5D49B8-7990-4C86-903C-7ACFB27556DF}" type="pres">
      <dgm:prSet presAssocID="{62731D8A-365C-40C5-B81B-36D1F1F8D4BC}" presName="bgRect" presStyleLbl="bgShp" presStyleIdx="1" presStyleCnt="3"/>
      <dgm:spPr/>
    </dgm:pt>
    <dgm:pt modelId="{074BAD9E-CEC1-4117-8FBB-AFD45F3EB5DE}" type="pres">
      <dgm:prSet presAssocID="{62731D8A-365C-40C5-B81B-36D1F1F8D4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A76F7AC-BB3A-4390-BAB5-533E222D35AE}" type="pres">
      <dgm:prSet presAssocID="{62731D8A-365C-40C5-B81B-36D1F1F8D4BC}" presName="spaceRect" presStyleCnt="0"/>
      <dgm:spPr/>
    </dgm:pt>
    <dgm:pt modelId="{4F4FB635-6CAD-4483-ACA7-7670B1944F79}" type="pres">
      <dgm:prSet presAssocID="{62731D8A-365C-40C5-B81B-36D1F1F8D4BC}" presName="parTx" presStyleLbl="revTx" presStyleIdx="1" presStyleCnt="3">
        <dgm:presLayoutVars>
          <dgm:chMax val="0"/>
          <dgm:chPref val="0"/>
        </dgm:presLayoutVars>
      </dgm:prSet>
      <dgm:spPr/>
    </dgm:pt>
    <dgm:pt modelId="{ED7E3584-809F-4DE7-AD80-E33ABDC88BD6}" type="pres">
      <dgm:prSet presAssocID="{626E5551-4A43-4A5B-9678-24603A420183}" presName="sibTrans" presStyleCnt="0"/>
      <dgm:spPr/>
    </dgm:pt>
    <dgm:pt modelId="{1039EBE4-D21C-41F9-9B7F-10757020593D}" type="pres">
      <dgm:prSet presAssocID="{45CFBEDE-D18B-4C3D-8EAD-56C2BD4A6B60}" presName="compNode" presStyleCnt="0"/>
      <dgm:spPr/>
    </dgm:pt>
    <dgm:pt modelId="{4224F996-1326-40F8-B9D2-232660C26AF5}" type="pres">
      <dgm:prSet presAssocID="{45CFBEDE-D18B-4C3D-8EAD-56C2BD4A6B60}" presName="bgRect" presStyleLbl="bgShp" presStyleIdx="2" presStyleCnt="3"/>
      <dgm:spPr/>
    </dgm:pt>
    <dgm:pt modelId="{4EEC3C2C-CFE8-4B8F-BA3A-2AA819858F96}" type="pres">
      <dgm:prSet presAssocID="{45CFBEDE-D18B-4C3D-8EAD-56C2BD4A6B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er in pot"/>
        </a:ext>
      </dgm:extLst>
    </dgm:pt>
    <dgm:pt modelId="{1250FB60-07A6-4E29-ADE7-62065428F686}" type="pres">
      <dgm:prSet presAssocID="{45CFBEDE-D18B-4C3D-8EAD-56C2BD4A6B60}" presName="spaceRect" presStyleCnt="0"/>
      <dgm:spPr/>
    </dgm:pt>
    <dgm:pt modelId="{66852633-98FA-4EFA-8724-58EF77ADE9CB}" type="pres">
      <dgm:prSet presAssocID="{45CFBEDE-D18B-4C3D-8EAD-56C2BD4A6B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7FF0C01-BC79-4BF6-A978-430A58AF68C9}" type="presOf" srcId="{E351A2D3-457C-4A91-B55C-F99F7B7CD937}" destId="{E28F246B-3FD9-425D-8E3B-E88161E126C0}" srcOrd="0" destOrd="0" presId="urn:microsoft.com/office/officeart/2018/2/layout/IconVerticalSolidList"/>
    <dgm:cxn modelId="{B6496B1D-E4CA-4F69-BB1C-CE52699B1223}" srcId="{49BA04ED-1160-4CC3-9986-25C8C41A1549}" destId="{45CFBEDE-D18B-4C3D-8EAD-56C2BD4A6B60}" srcOrd="2" destOrd="0" parTransId="{2ABC394F-89E2-4FF4-9C17-78E9A8427D8A}" sibTransId="{F349FF97-B616-4156-811D-B40972E5A587}"/>
    <dgm:cxn modelId="{C8B4EF26-FC93-4EA0-9E96-4A70228B4233}" srcId="{49BA04ED-1160-4CC3-9986-25C8C41A1549}" destId="{62731D8A-365C-40C5-B81B-36D1F1F8D4BC}" srcOrd="1" destOrd="0" parTransId="{E836B792-8452-45A6-9345-CD12E3272A3D}" sibTransId="{626E5551-4A43-4A5B-9678-24603A420183}"/>
    <dgm:cxn modelId="{D36BA22C-6625-4D61-BB35-ED9E7C5C3318}" type="presOf" srcId="{62731D8A-365C-40C5-B81B-36D1F1F8D4BC}" destId="{4F4FB635-6CAD-4483-ACA7-7670B1944F79}" srcOrd="0" destOrd="0" presId="urn:microsoft.com/office/officeart/2018/2/layout/IconVerticalSolidList"/>
    <dgm:cxn modelId="{34FDB69F-A0BB-4A28-B1F5-E7094EB2B5E3}" srcId="{49BA04ED-1160-4CC3-9986-25C8C41A1549}" destId="{E351A2D3-457C-4A91-B55C-F99F7B7CD937}" srcOrd="0" destOrd="0" parTransId="{EBAAA49B-2C60-44DD-A4A7-4CC67BCC20DF}" sibTransId="{07410DE4-28A1-4356-AF92-E837A5491FDB}"/>
    <dgm:cxn modelId="{A20205EC-EA68-4FA3-B848-DB03109B04A4}" type="presOf" srcId="{45CFBEDE-D18B-4C3D-8EAD-56C2BD4A6B60}" destId="{66852633-98FA-4EFA-8724-58EF77ADE9CB}" srcOrd="0" destOrd="0" presId="urn:microsoft.com/office/officeart/2018/2/layout/IconVerticalSolidList"/>
    <dgm:cxn modelId="{BC4E06ED-B596-48AC-9E8B-0B425779ABCC}" type="presOf" srcId="{49BA04ED-1160-4CC3-9986-25C8C41A1549}" destId="{2662E500-FC37-415F-9867-A81723B77D40}" srcOrd="0" destOrd="0" presId="urn:microsoft.com/office/officeart/2018/2/layout/IconVerticalSolidList"/>
    <dgm:cxn modelId="{ECB8413D-5875-440F-92F1-529DA6923217}" type="presParOf" srcId="{2662E500-FC37-415F-9867-A81723B77D40}" destId="{73C240EA-3B86-4D56-B7C0-D049ED9AF5ED}" srcOrd="0" destOrd="0" presId="urn:microsoft.com/office/officeart/2018/2/layout/IconVerticalSolidList"/>
    <dgm:cxn modelId="{03DAC778-645A-4F17-926B-E8301A71D373}" type="presParOf" srcId="{73C240EA-3B86-4D56-B7C0-D049ED9AF5ED}" destId="{78EFDA0D-E4CC-4229-AD76-EB42C605E388}" srcOrd="0" destOrd="0" presId="urn:microsoft.com/office/officeart/2018/2/layout/IconVerticalSolidList"/>
    <dgm:cxn modelId="{934CDF44-FB1A-44C1-83D7-EC51C69BBC0A}" type="presParOf" srcId="{73C240EA-3B86-4D56-B7C0-D049ED9AF5ED}" destId="{538765BC-32FE-44F8-A302-2990CEDF6A4B}" srcOrd="1" destOrd="0" presId="urn:microsoft.com/office/officeart/2018/2/layout/IconVerticalSolidList"/>
    <dgm:cxn modelId="{87C79431-41C8-4A36-B64C-5351C015784A}" type="presParOf" srcId="{73C240EA-3B86-4D56-B7C0-D049ED9AF5ED}" destId="{0BD6E1E3-F4A4-41C2-90B1-D129C6727F6B}" srcOrd="2" destOrd="0" presId="urn:microsoft.com/office/officeart/2018/2/layout/IconVerticalSolidList"/>
    <dgm:cxn modelId="{3DB16C3B-291F-4F90-B3E9-8D2266470FF4}" type="presParOf" srcId="{73C240EA-3B86-4D56-B7C0-D049ED9AF5ED}" destId="{E28F246B-3FD9-425D-8E3B-E88161E126C0}" srcOrd="3" destOrd="0" presId="urn:microsoft.com/office/officeart/2018/2/layout/IconVerticalSolidList"/>
    <dgm:cxn modelId="{4CD35ED7-4F19-4E58-96D7-46898ED71D75}" type="presParOf" srcId="{2662E500-FC37-415F-9867-A81723B77D40}" destId="{84FCA853-EB50-4B52-956B-6307CDE9F9E2}" srcOrd="1" destOrd="0" presId="urn:microsoft.com/office/officeart/2018/2/layout/IconVerticalSolidList"/>
    <dgm:cxn modelId="{3866695A-848C-4154-A949-F76F98B72ADC}" type="presParOf" srcId="{2662E500-FC37-415F-9867-A81723B77D40}" destId="{4694D9DE-F137-459B-9388-6A30599BC8FC}" srcOrd="2" destOrd="0" presId="urn:microsoft.com/office/officeart/2018/2/layout/IconVerticalSolidList"/>
    <dgm:cxn modelId="{B42BBE11-F10A-49ED-8591-1CE2F283012B}" type="presParOf" srcId="{4694D9DE-F137-459B-9388-6A30599BC8FC}" destId="{8C5D49B8-7990-4C86-903C-7ACFB27556DF}" srcOrd="0" destOrd="0" presId="urn:microsoft.com/office/officeart/2018/2/layout/IconVerticalSolidList"/>
    <dgm:cxn modelId="{3C918158-7571-4558-9C9F-3031BCE45F67}" type="presParOf" srcId="{4694D9DE-F137-459B-9388-6A30599BC8FC}" destId="{074BAD9E-CEC1-4117-8FBB-AFD45F3EB5DE}" srcOrd="1" destOrd="0" presId="urn:microsoft.com/office/officeart/2018/2/layout/IconVerticalSolidList"/>
    <dgm:cxn modelId="{93D348EE-BF17-4CEF-B3A4-A1F19D38775F}" type="presParOf" srcId="{4694D9DE-F137-459B-9388-6A30599BC8FC}" destId="{3A76F7AC-BB3A-4390-BAB5-533E222D35AE}" srcOrd="2" destOrd="0" presId="urn:microsoft.com/office/officeart/2018/2/layout/IconVerticalSolidList"/>
    <dgm:cxn modelId="{949688B2-19C8-4252-A0C2-E7A0EF89302D}" type="presParOf" srcId="{4694D9DE-F137-459B-9388-6A30599BC8FC}" destId="{4F4FB635-6CAD-4483-ACA7-7670B1944F79}" srcOrd="3" destOrd="0" presId="urn:microsoft.com/office/officeart/2018/2/layout/IconVerticalSolidList"/>
    <dgm:cxn modelId="{C6351A48-D91D-4E43-85DA-40846AF7428B}" type="presParOf" srcId="{2662E500-FC37-415F-9867-A81723B77D40}" destId="{ED7E3584-809F-4DE7-AD80-E33ABDC88BD6}" srcOrd="3" destOrd="0" presId="urn:microsoft.com/office/officeart/2018/2/layout/IconVerticalSolidList"/>
    <dgm:cxn modelId="{029507E3-E508-4D9F-A058-627C0A8CAC70}" type="presParOf" srcId="{2662E500-FC37-415F-9867-A81723B77D40}" destId="{1039EBE4-D21C-41F9-9B7F-10757020593D}" srcOrd="4" destOrd="0" presId="urn:microsoft.com/office/officeart/2018/2/layout/IconVerticalSolidList"/>
    <dgm:cxn modelId="{0F5F2DE3-3DC2-4AB1-B22F-377C3C44283C}" type="presParOf" srcId="{1039EBE4-D21C-41F9-9B7F-10757020593D}" destId="{4224F996-1326-40F8-B9D2-232660C26AF5}" srcOrd="0" destOrd="0" presId="urn:microsoft.com/office/officeart/2018/2/layout/IconVerticalSolidList"/>
    <dgm:cxn modelId="{DBF8B64E-0637-4FDA-AE93-93BBFBBDFC9F}" type="presParOf" srcId="{1039EBE4-D21C-41F9-9B7F-10757020593D}" destId="{4EEC3C2C-CFE8-4B8F-BA3A-2AA819858F96}" srcOrd="1" destOrd="0" presId="urn:microsoft.com/office/officeart/2018/2/layout/IconVerticalSolidList"/>
    <dgm:cxn modelId="{65968745-5874-465E-8A44-EA089E8F02B2}" type="presParOf" srcId="{1039EBE4-D21C-41F9-9B7F-10757020593D}" destId="{1250FB60-07A6-4E29-ADE7-62065428F686}" srcOrd="2" destOrd="0" presId="urn:microsoft.com/office/officeart/2018/2/layout/IconVerticalSolidList"/>
    <dgm:cxn modelId="{3B725BDA-1E58-45D5-8328-AC8B6B8C5EF3}" type="presParOf" srcId="{1039EBE4-D21C-41F9-9B7F-10757020593D}" destId="{66852633-98FA-4EFA-8724-58EF77ADE9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AD48E-17D2-487A-B6C3-B73E982EB1BE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8055F-4BF5-4A97-AF9E-9D1F8D48FBAA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19109-D6BB-4724-A02C-15ECB67D4878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is network science?</a:t>
          </a:r>
        </a:p>
      </dsp:txBody>
      <dsp:txXfrm>
        <a:off x="1623616" y="600"/>
        <a:ext cx="2607864" cy="1405728"/>
      </dsp:txXfrm>
    </dsp:sp>
    <dsp:sp modelId="{0D15894B-ED46-4992-9EC4-5ECE2B02C026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D33C2-CA2F-4588-A026-2B6DE9A00DD4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BB8C2-3E82-4CC1-AAE7-B6E85E89F8E4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Importance of understanding network structures</a:t>
          </a:r>
        </a:p>
      </dsp:txBody>
      <dsp:txXfrm>
        <a:off x="1623616" y="1757760"/>
        <a:ext cx="2607864" cy="1405728"/>
      </dsp:txXfrm>
    </dsp:sp>
    <dsp:sp modelId="{FFFFC4BB-D7F8-4C56-9600-17638FA357FA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E1EA4-3E51-44C8-A68E-3A7C119F08E1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DF8A5-106B-43F1-8E23-91725C829CC0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Focus: BA and ER models</a:t>
          </a:r>
        </a:p>
      </dsp:txBody>
      <dsp:txXfrm>
        <a:off x="1623616" y="3514921"/>
        <a:ext cx="2607864" cy="14057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BBC5A-06B5-4A14-9F87-45DD128944C2}">
      <dsp:nvSpPr>
        <dsp:cNvPr id="0" name=""/>
        <dsp:cNvSpPr/>
      </dsp:nvSpPr>
      <dsp:spPr>
        <a:xfrm>
          <a:off x="0" y="627504"/>
          <a:ext cx="4231481" cy="1160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Barabási–Albert (BA) vs. Erdős–Rényi (ER)</a:t>
          </a:r>
        </a:p>
      </dsp:txBody>
      <dsp:txXfrm>
        <a:off x="56658" y="684162"/>
        <a:ext cx="4118165" cy="1047324"/>
      </dsp:txXfrm>
    </dsp:sp>
    <dsp:sp modelId="{9C27C646-4F19-4E12-8E6D-566B3B39226D}">
      <dsp:nvSpPr>
        <dsp:cNvPr id="0" name=""/>
        <dsp:cNvSpPr/>
      </dsp:nvSpPr>
      <dsp:spPr>
        <a:xfrm>
          <a:off x="0" y="1880305"/>
          <a:ext cx="4231481" cy="116064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Same number of nodes, same avg degree</a:t>
          </a:r>
        </a:p>
      </dsp:txBody>
      <dsp:txXfrm>
        <a:off x="56658" y="1936963"/>
        <a:ext cx="4118165" cy="1047324"/>
      </dsp:txXfrm>
    </dsp:sp>
    <dsp:sp modelId="{4ECCA3CC-A8D9-4315-8B4A-EAC307B9DCDB}">
      <dsp:nvSpPr>
        <dsp:cNvPr id="0" name=""/>
        <dsp:cNvSpPr/>
      </dsp:nvSpPr>
      <dsp:spPr>
        <a:xfrm>
          <a:off x="0" y="3133105"/>
          <a:ext cx="4231481" cy="11606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Preferential attachment vs uniform randomness</a:t>
          </a:r>
        </a:p>
      </dsp:txBody>
      <dsp:txXfrm>
        <a:off x="56658" y="3189763"/>
        <a:ext cx="4118165" cy="1047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5B96E-B8BC-431F-BC5E-C6EA3870C863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92FD7-9310-456A-892D-ED21DB39404A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7F966-3551-4107-8138-5997E7778744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Compute degree distribution P(k)</a:t>
          </a:r>
        </a:p>
      </dsp:txBody>
      <dsp:txXfrm>
        <a:off x="1623616" y="600"/>
        <a:ext cx="2607864" cy="1405728"/>
      </dsp:txXfrm>
    </dsp:sp>
    <dsp:sp modelId="{9E0B46B4-2FEC-4F47-AA86-44F154F3EAE5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566907-6DA5-40E1-A598-274EE1B29FB0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59E63-796C-412D-A759-CB709A47EF56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Normalize and bin data</a:t>
          </a:r>
        </a:p>
      </dsp:txBody>
      <dsp:txXfrm>
        <a:off x="1623616" y="1757760"/>
        <a:ext cx="2607864" cy="1405728"/>
      </dsp:txXfrm>
    </dsp:sp>
    <dsp:sp modelId="{1DCE24B1-E713-45CA-BD72-2FA9A16968CE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27D3B9-06D6-4FDD-8B8A-3B24A8FCFFF7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C8239-0465-48D9-BF28-2942F1A90533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Plot log–log distributions</a:t>
          </a:r>
        </a:p>
      </dsp:txBody>
      <dsp:txXfrm>
        <a:off x="1623616" y="3514921"/>
        <a:ext cx="2607864" cy="14057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0D029-98C2-419B-89CE-E3FBE8C2F4D0}">
      <dsp:nvSpPr>
        <dsp:cNvPr id="0" name=""/>
        <dsp:cNvSpPr/>
      </dsp:nvSpPr>
      <dsp:spPr>
        <a:xfrm>
          <a:off x="481598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D3BC4-35CE-4E0E-9EC8-B67846D95350}">
      <dsp:nvSpPr>
        <dsp:cNvPr id="0" name=""/>
        <dsp:cNvSpPr/>
      </dsp:nvSpPr>
      <dsp:spPr>
        <a:xfrm>
          <a:off x="759473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55FBB-147D-4738-9E5A-D2F6E1B9E9A1}">
      <dsp:nvSpPr>
        <dsp:cNvPr id="0" name=""/>
        <dsp:cNvSpPr/>
      </dsp:nvSpPr>
      <dsp:spPr>
        <a:xfrm>
          <a:off x="64785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ER plot peaks sharply at mean degree</a:t>
          </a:r>
        </a:p>
      </dsp:txBody>
      <dsp:txXfrm>
        <a:off x="64785" y="2506362"/>
        <a:ext cx="2137500" cy="720000"/>
      </dsp:txXfrm>
    </dsp:sp>
    <dsp:sp modelId="{743506C1-3FC5-4208-802A-DADE7588C270}">
      <dsp:nvSpPr>
        <dsp:cNvPr id="0" name=""/>
        <dsp:cNvSpPr/>
      </dsp:nvSpPr>
      <dsp:spPr>
        <a:xfrm>
          <a:off x="2993160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F63314-EC52-461E-A64A-896374ABA47B}">
      <dsp:nvSpPr>
        <dsp:cNvPr id="0" name=""/>
        <dsp:cNvSpPr/>
      </dsp:nvSpPr>
      <dsp:spPr>
        <a:xfrm>
          <a:off x="3271035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265D2-1608-409D-827F-81E29508339C}">
      <dsp:nvSpPr>
        <dsp:cNvPr id="0" name=""/>
        <dsp:cNvSpPr/>
      </dsp:nvSpPr>
      <dsp:spPr>
        <a:xfrm>
          <a:off x="2576348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No power-law tail</a:t>
          </a:r>
        </a:p>
      </dsp:txBody>
      <dsp:txXfrm>
        <a:off x="2576348" y="2506362"/>
        <a:ext cx="2137500" cy="720000"/>
      </dsp:txXfrm>
    </dsp:sp>
    <dsp:sp modelId="{6D8006B3-F7FF-437D-981A-5807F4A2E9B8}">
      <dsp:nvSpPr>
        <dsp:cNvPr id="0" name=""/>
        <dsp:cNvSpPr/>
      </dsp:nvSpPr>
      <dsp:spPr>
        <a:xfrm>
          <a:off x="5504723" y="796362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AD440-BB62-43DA-97C8-489B2D352ECD}">
      <dsp:nvSpPr>
        <dsp:cNvPr id="0" name=""/>
        <dsp:cNvSpPr/>
      </dsp:nvSpPr>
      <dsp:spPr>
        <a:xfrm>
          <a:off x="5782598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935157-F39D-48B0-AEC8-FD3CC75858F7}">
      <dsp:nvSpPr>
        <dsp:cNvPr id="0" name=""/>
        <dsp:cNvSpPr/>
      </dsp:nvSpPr>
      <dsp:spPr>
        <a:xfrm>
          <a:off x="5087911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Poisson-like decay</a:t>
          </a:r>
        </a:p>
      </dsp:txBody>
      <dsp:txXfrm>
        <a:off x="5087911" y="2506362"/>
        <a:ext cx="21375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35080-473B-4D46-BA11-38D0729CF5E8}">
      <dsp:nvSpPr>
        <dsp:cNvPr id="0" name=""/>
        <dsp:cNvSpPr/>
      </dsp:nvSpPr>
      <dsp:spPr>
        <a:xfrm>
          <a:off x="0" y="0"/>
          <a:ext cx="264528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D43CD9-AD73-46BC-86EE-0CE51E308B5D}">
      <dsp:nvSpPr>
        <dsp:cNvPr id="0" name=""/>
        <dsp:cNvSpPr/>
      </dsp:nvSpPr>
      <dsp:spPr>
        <a:xfrm>
          <a:off x="0" y="0"/>
          <a:ext cx="2645282" cy="27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Side-by-side plots: Blue = BA, Orange = ER</a:t>
          </a:r>
        </a:p>
      </dsp:txBody>
      <dsp:txXfrm>
        <a:off x="0" y="0"/>
        <a:ext cx="2645282" cy="2793492"/>
      </dsp:txXfrm>
    </dsp:sp>
    <dsp:sp modelId="{DC2ABA60-D0C1-45E7-9238-46A4332A699F}">
      <dsp:nvSpPr>
        <dsp:cNvPr id="0" name=""/>
        <dsp:cNvSpPr/>
      </dsp:nvSpPr>
      <dsp:spPr>
        <a:xfrm>
          <a:off x="0" y="2793492"/>
          <a:ext cx="264528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FC7EEA-D831-4695-B2ED-A399CA43FA8C}">
      <dsp:nvSpPr>
        <dsp:cNvPr id="0" name=""/>
        <dsp:cNvSpPr/>
      </dsp:nvSpPr>
      <dsp:spPr>
        <a:xfrm>
          <a:off x="0" y="2793492"/>
          <a:ext cx="2645282" cy="27934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Highlight different tail behaviors</a:t>
          </a:r>
        </a:p>
      </dsp:txBody>
      <dsp:txXfrm>
        <a:off x="0" y="2793492"/>
        <a:ext cx="2645282" cy="27934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9A257-DCB1-46E6-8B04-07AE25D4F48D}">
      <dsp:nvSpPr>
        <dsp:cNvPr id="0" name=""/>
        <dsp:cNvSpPr/>
      </dsp:nvSpPr>
      <dsp:spPr>
        <a:xfrm>
          <a:off x="481598" y="796362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152068-3108-441C-967E-E4F620755FE7}">
      <dsp:nvSpPr>
        <dsp:cNvPr id="0" name=""/>
        <dsp:cNvSpPr/>
      </dsp:nvSpPr>
      <dsp:spPr>
        <a:xfrm>
          <a:off x="759473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88E68-DE16-495C-9E35-B647A8FB1826}">
      <dsp:nvSpPr>
        <dsp:cNvPr id="0" name=""/>
        <dsp:cNvSpPr/>
      </dsp:nvSpPr>
      <dsp:spPr>
        <a:xfrm>
          <a:off x="64785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BA: heavy-tailed, scale-free</a:t>
          </a:r>
        </a:p>
      </dsp:txBody>
      <dsp:txXfrm>
        <a:off x="64785" y="2506362"/>
        <a:ext cx="2137500" cy="720000"/>
      </dsp:txXfrm>
    </dsp:sp>
    <dsp:sp modelId="{937F3EA9-1488-4155-9C4A-D5A3BC06232A}">
      <dsp:nvSpPr>
        <dsp:cNvPr id="0" name=""/>
        <dsp:cNvSpPr/>
      </dsp:nvSpPr>
      <dsp:spPr>
        <a:xfrm>
          <a:off x="2993160" y="796362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D5198A-DEAA-4FE2-956F-04822241BDCD}">
      <dsp:nvSpPr>
        <dsp:cNvPr id="0" name=""/>
        <dsp:cNvSpPr/>
      </dsp:nvSpPr>
      <dsp:spPr>
        <a:xfrm>
          <a:off x="3271035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20720-676B-456D-BDD0-D92EC2EC6EAC}">
      <dsp:nvSpPr>
        <dsp:cNvPr id="0" name=""/>
        <dsp:cNvSpPr/>
      </dsp:nvSpPr>
      <dsp:spPr>
        <a:xfrm>
          <a:off x="2576348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ER: uniform, no hubs</a:t>
          </a:r>
        </a:p>
      </dsp:txBody>
      <dsp:txXfrm>
        <a:off x="2576348" y="2506362"/>
        <a:ext cx="2137500" cy="720000"/>
      </dsp:txXfrm>
    </dsp:sp>
    <dsp:sp modelId="{05871508-0710-4F2E-B21C-AAD3CCC22298}">
      <dsp:nvSpPr>
        <dsp:cNvPr id="0" name=""/>
        <dsp:cNvSpPr/>
      </dsp:nvSpPr>
      <dsp:spPr>
        <a:xfrm>
          <a:off x="5504723" y="796362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35E59-B605-4495-AA11-EFB560033D3A}">
      <dsp:nvSpPr>
        <dsp:cNvPr id="0" name=""/>
        <dsp:cNvSpPr/>
      </dsp:nvSpPr>
      <dsp:spPr>
        <a:xfrm>
          <a:off x="5782598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5289F-463A-4D9A-A278-28C3BA5163EC}">
      <dsp:nvSpPr>
        <dsp:cNvPr id="0" name=""/>
        <dsp:cNvSpPr/>
      </dsp:nvSpPr>
      <dsp:spPr>
        <a:xfrm>
          <a:off x="5087911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Different topologies shown visually</a:t>
          </a:r>
        </a:p>
      </dsp:txBody>
      <dsp:txXfrm>
        <a:off x="5087911" y="2506362"/>
        <a:ext cx="21375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58D73-2001-404B-8AFA-7F108AE3D3B1}">
      <dsp:nvSpPr>
        <dsp:cNvPr id="0" name=""/>
        <dsp:cNvSpPr/>
      </dsp:nvSpPr>
      <dsp:spPr>
        <a:xfrm>
          <a:off x="644706" y="1020425"/>
          <a:ext cx="964411" cy="9644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CA810-8727-48B8-976E-C4D95E36067F}">
      <dsp:nvSpPr>
        <dsp:cNvPr id="0" name=""/>
        <dsp:cNvSpPr/>
      </dsp:nvSpPr>
      <dsp:spPr>
        <a:xfrm>
          <a:off x="55343" y="2282299"/>
          <a:ext cx="21431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From synthetic to real-world networks</a:t>
          </a:r>
        </a:p>
      </dsp:txBody>
      <dsp:txXfrm>
        <a:off x="55343" y="2282299"/>
        <a:ext cx="2143137" cy="720000"/>
      </dsp:txXfrm>
    </dsp:sp>
    <dsp:sp modelId="{9407A71C-C142-439C-B6C0-0E85348384F4}">
      <dsp:nvSpPr>
        <dsp:cNvPr id="0" name=""/>
        <dsp:cNvSpPr/>
      </dsp:nvSpPr>
      <dsp:spPr>
        <a:xfrm>
          <a:off x="3162892" y="1020425"/>
          <a:ext cx="964411" cy="9644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8F53C-CBA7-4DE8-A66F-1BBD68F9CAE2}">
      <dsp:nvSpPr>
        <dsp:cNvPr id="0" name=""/>
        <dsp:cNvSpPr/>
      </dsp:nvSpPr>
      <dsp:spPr>
        <a:xfrm>
          <a:off x="2573529" y="2282299"/>
          <a:ext cx="21431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Dataset: ca-GrQc co-authorship graph</a:t>
          </a:r>
        </a:p>
      </dsp:txBody>
      <dsp:txXfrm>
        <a:off x="2573529" y="2282299"/>
        <a:ext cx="2143137" cy="720000"/>
      </dsp:txXfrm>
    </dsp:sp>
    <dsp:sp modelId="{B7C5F285-EA41-46F4-98EA-E8643048A707}">
      <dsp:nvSpPr>
        <dsp:cNvPr id="0" name=""/>
        <dsp:cNvSpPr/>
      </dsp:nvSpPr>
      <dsp:spPr>
        <a:xfrm>
          <a:off x="5681078" y="1020425"/>
          <a:ext cx="964411" cy="9644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9101A-1A52-4900-A0C9-747723040BCA}">
      <dsp:nvSpPr>
        <dsp:cNvPr id="0" name=""/>
        <dsp:cNvSpPr/>
      </dsp:nvSpPr>
      <dsp:spPr>
        <a:xfrm>
          <a:off x="5091716" y="2282299"/>
          <a:ext cx="21431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Objective: Compare community detection methods</a:t>
          </a:r>
        </a:p>
      </dsp:txBody>
      <dsp:txXfrm>
        <a:off x="5091716" y="2282299"/>
        <a:ext cx="2143137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3ACC0-21B1-4C0C-B3A9-325A8A557D5B}">
      <dsp:nvSpPr>
        <dsp:cNvPr id="0" name=""/>
        <dsp:cNvSpPr/>
      </dsp:nvSpPr>
      <dsp:spPr>
        <a:xfrm>
          <a:off x="481598" y="796362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6F3C7-4E43-4DD8-AB07-557BB35AE959}">
      <dsp:nvSpPr>
        <dsp:cNvPr id="0" name=""/>
        <dsp:cNvSpPr/>
      </dsp:nvSpPr>
      <dsp:spPr>
        <a:xfrm>
          <a:off x="759473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C7E7D-E6E0-4BC3-A56B-9CF1303304E3}">
      <dsp:nvSpPr>
        <dsp:cNvPr id="0" name=""/>
        <dsp:cNvSpPr/>
      </dsp:nvSpPr>
      <dsp:spPr>
        <a:xfrm>
          <a:off x="64785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4158 nodes, 13,428 edges</a:t>
          </a:r>
        </a:p>
      </dsp:txBody>
      <dsp:txXfrm>
        <a:off x="64785" y="2506362"/>
        <a:ext cx="2137500" cy="720000"/>
      </dsp:txXfrm>
    </dsp:sp>
    <dsp:sp modelId="{CEB0B545-00A2-4B8B-A03A-A864CD3CEB96}">
      <dsp:nvSpPr>
        <dsp:cNvPr id="0" name=""/>
        <dsp:cNvSpPr/>
      </dsp:nvSpPr>
      <dsp:spPr>
        <a:xfrm>
          <a:off x="2993160" y="796362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2D6902-EA9E-4956-AA88-B6C04F5DE7DD}">
      <dsp:nvSpPr>
        <dsp:cNvPr id="0" name=""/>
        <dsp:cNvSpPr/>
      </dsp:nvSpPr>
      <dsp:spPr>
        <a:xfrm>
          <a:off x="3271035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5214C-5EF9-4093-B4DF-95382DF712D8}">
      <dsp:nvSpPr>
        <dsp:cNvPr id="0" name=""/>
        <dsp:cNvSpPr/>
      </dsp:nvSpPr>
      <dsp:spPr>
        <a:xfrm>
          <a:off x="2576348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Represents co-authorship in General Relativity</a:t>
          </a:r>
        </a:p>
      </dsp:txBody>
      <dsp:txXfrm>
        <a:off x="2576348" y="2506362"/>
        <a:ext cx="2137500" cy="720000"/>
      </dsp:txXfrm>
    </dsp:sp>
    <dsp:sp modelId="{2504325B-CEBB-497E-B753-CF71886EAB0C}">
      <dsp:nvSpPr>
        <dsp:cNvPr id="0" name=""/>
        <dsp:cNvSpPr/>
      </dsp:nvSpPr>
      <dsp:spPr>
        <a:xfrm>
          <a:off x="5504723" y="796362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68A0C-7330-4FE1-8DC5-C70DC519A05E}">
      <dsp:nvSpPr>
        <dsp:cNvPr id="0" name=""/>
        <dsp:cNvSpPr/>
      </dsp:nvSpPr>
      <dsp:spPr>
        <a:xfrm>
          <a:off x="5782598" y="1074237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B24EA-DC6F-4399-B50E-36731D753E6B}">
      <dsp:nvSpPr>
        <dsp:cNvPr id="0" name=""/>
        <dsp:cNvSpPr/>
      </dsp:nvSpPr>
      <dsp:spPr>
        <a:xfrm>
          <a:off x="5087911" y="2506362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Expected to show scale-free properties</a:t>
          </a:r>
        </a:p>
      </dsp:txBody>
      <dsp:txXfrm>
        <a:off x="5087911" y="2506362"/>
        <a:ext cx="21375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C60BD8-D9CA-422D-A1F8-9361E6A76324}">
      <dsp:nvSpPr>
        <dsp:cNvPr id="0" name=""/>
        <dsp:cNvSpPr/>
      </dsp:nvSpPr>
      <dsp:spPr>
        <a:xfrm>
          <a:off x="683114" y="323862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AB05E-EF59-4839-88A4-87742048E63F}">
      <dsp:nvSpPr>
        <dsp:cNvPr id="0" name=""/>
        <dsp:cNvSpPr/>
      </dsp:nvSpPr>
      <dsp:spPr>
        <a:xfrm>
          <a:off x="1114551" y="755299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0348E-2D10-4A41-A32D-4A7505396658}">
      <dsp:nvSpPr>
        <dsp:cNvPr id="0" name=""/>
        <dsp:cNvSpPr/>
      </dsp:nvSpPr>
      <dsp:spPr>
        <a:xfrm>
          <a:off x="35957" y="2978862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Use two algorithms for community detection</a:t>
          </a:r>
        </a:p>
      </dsp:txBody>
      <dsp:txXfrm>
        <a:off x="35957" y="2978862"/>
        <a:ext cx="3318750" cy="720000"/>
      </dsp:txXfrm>
    </dsp:sp>
    <dsp:sp modelId="{F98CAB6A-A6EA-4892-B5C4-B434114631ED}">
      <dsp:nvSpPr>
        <dsp:cNvPr id="0" name=""/>
        <dsp:cNvSpPr/>
      </dsp:nvSpPr>
      <dsp:spPr>
        <a:xfrm>
          <a:off x="4582645" y="323862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3BEFA-884F-4EE5-8C1A-1EF5BD835D09}">
      <dsp:nvSpPr>
        <dsp:cNvPr id="0" name=""/>
        <dsp:cNvSpPr/>
      </dsp:nvSpPr>
      <dsp:spPr>
        <a:xfrm>
          <a:off x="5014082" y="755299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B2A77-490F-4A3D-8337-18E34E12B1C3}">
      <dsp:nvSpPr>
        <dsp:cNvPr id="0" name=""/>
        <dsp:cNvSpPr/>
      </dsp:nvSpPr>
      <dsp:spPr>
        <a:xfrm>
          <a:off x="3935489" y="2978862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Visualize and compare communities</a:t>
          </a:r>
        </a:p>
      </dsp:txBody>
      <dsp:txXfrm>
        <a:off x="3935489" y="2978862"/>
        <a:ext cx="33187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3F1B89-BE5B-4009-A1D9-DA704006E1EB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E2CDA-14B3-427D-992C-BE7B68EB9C31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6BFAF-98F6-4C60-A3B5-CD171DCF4C79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Based on modularity optimization</a:t>
          </a:r>
        </a:p>
      </dsp:txBody>
      <dsp:txXfrm>
        <a:off x="1623616" y="600"/>
        <a:ext cx="2607864" cy="1405728"/>
      </dsp:txXfrm>
    </dsp:sp>
    <dsp:sp modelId="{5F544169-527C-4271-B67D-C0F90ADEC88A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3B92C-ACF6-4EF3-9910-A272B1081AB8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C1EAA-8D38-4FA7-9EF6-EEA0AFABB286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Builds community hierarchy</a:t>
          </a:r>
        </a:p>
      </dsp:txBody>
      <dsp:txXfrm>
        <a:off x="1623616" y="1757760"/>
        <a:ext cx="2607864" cy="1405728"/>
      </dsp:txXfrm>
    </dsp:sp>
    <dsp:sp modelId="{72A41024-593B-42D4-BFC0-87F73F7A0EDC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1EBB1-017C-441C-B446-006953B8D0D1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3ED3E-9C6C-4CD3-8B28-88CBC23ECA21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Pros: Structured; Cons: Computational cost</a:t>
          </a:r>
        </a:p>
      </dsp:txBody>
      <dsp:txXfrm>
        <a:off x="1623616" y="3514921"/>
        <a:ext cx="2607864" cy="14057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FDA0D-E4CC-4229-AD76-EB42C605E388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765BC-32FE-44F8-A302-2990CEDF6A4B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F246B-3FD9-425D-8E3B-E88161E126C0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Ensure graph connectivity</a:t>
          </a:r>
        </a:p>
      </dsp:txBody>
      <dsp:txXfrm>
        <a:off x="1623616" y="600"/>
        <a:ext cx="2607864" cy="1405728"/>
      </dsp:txXfrm>
    </dsp:sp>
    <dsp:sp modelId="{8C5D49B8-7990-4C86-903C-7ACFB27556DF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BAD9E-CEC1-4117-8FBB-AFD45F3EB5DE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FB635-6CAD-4483-ACA7-7670B1944F79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Extract largest connected component</a:t>
          </a:r>
        </a:p>
      </dsp:txBody>
      <dsp:txXfrm>
        <a:off x="1623616" y="1757760"/>
        <a:ext cx="2607864" cy="1405728"/>
      </dsp:txXfrm>
    </dsp:sp>
    <dsp:sp modelId="{4224F996-1326-40F8-B9D2-232660C26AF5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EC3C2C-CFE8-4B8F-BA3A-2AA819858F96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52633-98FA-4EFA-8724-58EF77ADE9CB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Spring layout used for visualization</a:t>
          </a:r>
        </a:p>
      </dsp:txBody>
      <dsp:txXfrm>
        <a:off x="1623616" y="3514921"/>
        <a:ext cx="2607864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45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19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8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8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8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67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36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2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27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Network Modeling: BA vs. 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600"/>
              </a:spcAft>
            </a:pPr>
            <a:r>
              <a:rPr dirty="0"/>
              <a:t>Comparing Scale-Free and Random Topologies</a:t>
            </a:r>
          </a:p>
          <a:p>
            <a:pPr algn="l">
              <a:spcAft>
                <a:spcPts val="600"/>
              </a:spcAft>
            </a:pPr>
            <a:r>
              <a:rPr lang="en-US" dirty="0"/>
              <a:t>Mohamed Hussein</a:t>
            </a:r>
            <a:endParaRPr dirty="0"/>
          </a:p>
          <a:p>
            <a:pPr algn="l">
              <a:spcAft>
                <a:spcPts val="600"/>
              </a:spcAft>
            </a:pPr>
            <a:r>
              <a:rPr lang="en-US" dirty="0"/>
              <a:t>Web Topologies </a:t>
            </a:r>
            <a:endParaRPr dirty="0"/>
          </a:p>
          <a:p>
            <a:pPr algn="l">
              <a:spcAft>
                <a:spcPts val="600"/>
              </a:spcAft>
            </a:pPr>
            <a:r>
              <a:rPr dirty="0"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Introduction to Part 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01BD8-0395-9C37-8D4E-D101EEEA4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239183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Synthetic Network Modeling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870C11-578C-E73B-30B9-FD510A9C9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69987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Degree Distribution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06F71E-85FA-8835-410B-52FAD62EB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273349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9" cy="6858000"/>
          </a:xfrm>
          <a:prstGeom prst="rect">
            <a:avLst/>
          </a:prstGeom>
          <a:solidFill>
            <a:srgbClr val="4E69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05270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Power-Law Behavior in BA Model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05270" cy="4023360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BA log–log plot shows straight-line tail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Confirms power-law: P(k) ∝ k^-2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Exponent α ≈ 2</a:t>
            </a:r>
          </a:p>
        </p:txBody>
      </p:sp>
      <p:pic>
        <p:nvPicPr>
          <p:cNvPr id="5" name="Picture 4" descr="Zigzag indicator line">
            <a:extLst>
              <a:ext uri="{FF2B5EF4-FFF2-40B4-BE49-F238E27FC236}">
                <a16:creationId xmlns:a16="http://schemas.microsoft.com/office/drawing/2014/main" id="{4E44A5D6-A7ED-9D35-5D57-F2AB15E6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2" r="35488" b="-1"/>
          <a:stretch>
            <a:fillRect/>
          </a:stretch>
        </p:blipFill>
        <p:spPr>
          <a:xfrm>
            <a:off x="5664199" y="10"/>
            <a:ext cx="3479801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ER Model Comparison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B8ADE6-D416-6829-E45A-209FAA91B8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688909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400295" cy="1499616"/>
          </a:xfrm>
        </p:spPr>
        <p:txBody>
          <a:bodyPr>
            <a:normAutofit/>
          </a:bodyPr>
          <a:lstStyle/>
          <a:p>
            <a:r>
              <a:rPr lang="en-US"/>
              <a:t>Visual Comparison of Distributions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53E740E-5137-D6A4-517B-BA43935CF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321539"/>
            <a:ext cx="4400295" cy="181512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-2"/>
            <a:ext cx="3493008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5837F71-8058-C0AA-0C21-9C8E1FF82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9164707"/>
              </p:ext>
            </p:extLst>
          </p:nvPr>
        </p:nvGraphicFramePr>
        <p:xfrm>
          <a:off x="6016117" y="585216"/>
          <a:ext cx="2645282" cy="5586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Key Insights from Modeling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F036D3-1817-0831-0B08-EDB5E1EDD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74829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Introduction to Part 2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29A24F-1BF9-20F8-BAD2-67037C50C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954883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392332-016F-9A71-7C2C-34079AB6F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775469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Task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06517E-5061-F64D-D401-4AD8251A46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2706375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Methodology - Label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Unsupervised, fast</a:t>
            </a:r>
            <a:endParaRPr lang="en-US"/>
          </a:p>
          <a:p>
            <a:pPr>
              <a:spcAft>
                <a:spcPts val="600"/>
              </a:spcAft>
            </a:pPr>
            <a:r>
              <a:t>Nodes adopt majority neighbor labels</a:t>
            </a:r>
            <a:endParaRPr lang="en-US"/>
          </a:p>
          <a:p>
            <a:pPr>
              <a:spcAft>
                <a:spcPts val="600"/>
              </a:spcAft>
            </a:pPr>
            <a:r>
              <a:t>Pros: Speed; Cons: Non-deterministic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Methodology - Louvain Algorithm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C26740-CDFD-C239-0D34-4D2D51366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52004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System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 err="1">
                <a:solidFill>
                  <a:srgbClr val="FFFFFF"/>
                </a:solidFill>
              </a:rPr>
              <a:t>Streamlit</a:t>
            </a:r>
            <a:r>
              <a:rPr lang="en-US" dirty="0">
                <a:solidFill>
                  <a:srgbClr val="FFFFFF"/>
                </a:solidFill>
              </a:rPr>
              <a:t> dashboard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FFFFFF"/>
                </a:solidFill>
              </a:rPr>
              <a:t>Upload → Choose method → Visualize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Preprocessing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95BEAF-8B2D-56C0-C8A0-C2D7728BE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607364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3323844" cy="1499616"/>
          </a:xfrm>
        </p:spPr>
        <p:txBody>
          <a:bodyPr>
            <a:normAutofit/>
          </a:bodyPr>
          <a:lstStyle/>
          <a:p>
            <a:r>
              <a:rPr lang="en-US"/>
              <a:t>Louvain -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3322211" cy="3931920"/>
          </a:xfrm>
        </p:spPr>
        <p:txBody>
          <a:bodyPr>
            <a:normAutofit/>
          </a:bodyPr>
          <a:lstStyle/>
          <a:p>
            <a:r>
              <a:rPr lang="en-US" sz="1400" dirty="0"/>
              <a:t>The center is densely packed, showing that many nodes (authors) are interconnected which is typical in a scientific collaboration network. Each unique color shows a community (a cluster of nodes more connected internally than with the rest of the network). The outer nodes are less connected, forming smaller satellite communities or acting as bridges.</a:t>
            </a:r>
          </a:p>
          <a:p>
            <a:br>
              <a:rPr lang="en-US" sz="1400" dirty="0"/>
            </a:br>
            <a:r>
              <a:rPr lang="en-US" sz="1400" dirty="0"/>
              <a:t>Louvain optimizes modularity, so this structure shows a clear division into communities while preserving the overall connectedness of the graph.</a:t>
            </a:r>
          </a:p>
          <a:p>
            <a:r>
              <a:rPr lang="en-US" sz="1400" dirty="0"/>
              <a:t>The presence of many distinct color regions confirms the existence of multiple collaboration clusters (research groups or subfields).</a:t>
            </a:r>
          </a:p>
        </p:txBody>
      </p:sp>
      <p:pic>
        <p:nvPicPr>
          <p:cNvPr id="5" name="Picture 4" descr="A colorful dots and lines&#10;&#10;AI-generated content may be incorrect.">
            <a:extLst>
              <a:ext uri="{FF2B5EF4-FFF2-40B4-BE49-F238E27FC236}">
                <a16:creationId xmlns:a16="http://schemas.microsoft.com/office/drawing/2014/main" id="{891D3229-0430-18AC-5971-D62DE471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92224"/>
            <a:ext cx="4091940" cy="32735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A4526-7C4A-864D-77EA-A659274E8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59" y="4572000"/>
            <a:ext cx="5293730" cy="1964266"/>
          </a:xfrm>
          <a:prstGeom prst="rect">
            <a:avLst/>
          </a:prstGeom>
          <a:solidFill>
            <a:srgbClr val="664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E2E2F-DDC5-AF36-F16B-94E8B6C1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4767072"/>
            <a:ext cx="4945641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Label Propagation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EF86F-0A0E-5C33-E238-B4F47C965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3" r="-2" b="-2"/>
          <a:stretch>
            <a:fillRect/>
          </a:stretch>
        </p:blipFill>
        <p:spPr>
          <a:xfrm>
            <a:off x="245660" y="321733"/>
            <a:ext cx="5293729" cy="41073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1" y="321732"/>
            <a:ext cx="3251710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9D6C-81C1-4642-7B8F-0B963B10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1989" y="917725"/>
            <a:ext cx="2568554" cy="4852362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Like the Louvain result, the center is densely connected, which reflects strong collaboration within the core network. The Label Propagation algorithm has produced a larger number of smaller communities, as seen by the higher diversity of node colors spread across the graph. Many outer nodes form isolated or peripheral communities which is a behavior often seen with label propagation due to its non-deterministic nature and local update rules.</a:t>
            </a:r>
          </a:p>
        </p:txBody>
      </p:sp>
    </p:spTree>
    <p:extLst>
      <p:ext uri="{BB962C8B-B14F-4D97-AF65-F5344CB8AC3E}">
        <p14:creationId xmlns:p14="http://schemas.microsoft.com/office/powerpoint/2010/main" val="3507821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600"/>
              </a:spcAft>
            </a:pPr>
            <a:r>
              <a:rPr dirty="0"/>
              <a:t>Louvain: Structured and interpretable</a:t>
            </a:r>
          </a:p>
          <a:p>
            <a:pPr algn="l">
              <a:spcAft>
                <a:spcPts val="600"/>
              </a:spcAft>
            </a:pPr>
            <a:r>
              <a:rPr dirty="0"/>
              <a:t>Label Propagation: Quick but noisy</a:t>
            </a:r>
          </a:p>
          <a:p>
            <a:pPr algn="l">
              <a:spcAft>
                <a:spcPts val="600"/>
              </a:spcAft>
            </a:pPr>
            <a:r>
              <a:rPr dirty="0"/>
              <a:t>Choose based on speed vs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600"/>
              </a:spcAft>
            </a:pPr>
            <a:r>
              <a:t>BA and ca-GrQc both scale-free</a:t>
            </a:r>
          </a:p>
          <a:p>
            <a:pPr algn="l">
              <a:spcAft>
                <a:spcPts val="600"/>
              </a:spcAft>
            </a:pPr>
            <a:r>
              <a:t>Modeling vs real-world differences</a:t>
            </a:r>
          </a:p>
          <a:p>
            <a:pPr algn="l">
              <a:spcAft>
                <a:spcPts val="600"/>
              </a:spcAft>
            </a:pPr>
            <a:r>
              <a:t>Louvain preferred for 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Demo </a:t>
            </a:r>
            <a:r>
              <a:rPr lang="en-US" sz="5000" kern="1200" cap="all" spc="20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screeenshot</a:t>
            </a:r>
            <a:endParaRPr lang="en-US" sz="5000" kern="1200" cap="all" spc="200" baseline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B40D71-A00E-5F0A-1AF7-136F7BE33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70" r="21154" b="-1"/>
          <a:stretch>
            <a:fillRect/>
          </a:stretch>
        </p:blipFill>
        <p:spPr>
          <a:xfrm>
            <a:off x="2036021" y="640080"/>
            <a:ext cx="5067604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t>Q&amp;A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497" y="804333"/>
            <a:ext cx="4693291" cy="5249334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spcAft>
                <a:spcPts val="600"/>
              </a:spcAft>
            </a:pPr>
            <a:r>
              <a:t>Thank you!</a:t>
            </a:r>
            <a:endParaRPr lang="en-US"/>
          </a:p>
          <a:p>
            <a:pPr>
              <a:spcAft>
                <a:spcPts val="600"/>
              </a:spcAft>
            </a:pPr>
            <a:r>
              <a:t>Any questions?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</TotalTime>
  <Words>507</Words>
  <Application>Microsoft Office PowerPoint</Application>
  <PresentationFormat>On-screen Show (4:3)</PresentationFormat>
  <Paragraphs>83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Tw Cen MT</vt:lpstr>
      <vt:lpstr>Tw Cen MT Condensed</vt:lpstr>
      <vt:lpstr>Wingdings 3</vt:lpstr>
      <vt:lpstr>Integral</vt:lpstr>
      <vt:lpstr>Synthetic Network Modeling: BA vs. ER</vt:lpstr>
      <vt:lpstr>Introduction to Part 1</vt:lpstr>
      <vt:lpstr>Synthetic Network Modeling</vt:lpstr>
      <vt:lpstr>Degree Distribution Analysis</vt:lpstr>
      <vt:lpstr>Power-Law Behavior in BA Model</vt:lpstr>
      <vt:lpstr>ER Model Comparison</vt:lpstr>
      <vt:lpstr>Visual Comparison of Distributions</vt:lpstr>
      <vt:lpstr>Key Insights from Modeling</vt:lpstr>
      <vt:lpstr>Introduction to Part 2</vt:lpstr>
      <vt:lpstr>Dataset Overview</vt:lpstr>
      <vt:lpstr>Task Objective</vt:lpstr>
      <vt:lpstr>Methodology - Label Propagation</vt:lpstr>
      <vt:lpstr>Methodology - Louvain Algorithm</vt:lpstr>
      <vt:lpstr>System Overview</vt:lpstr>
      <vt:lpstr>Preprocessing Steps</vt:lpstr>
      <vt:lpstr>Louvain - Results</vt:lpstr>
      <vt:lpstr>Label Propagation Results</vt:lpstr>
      <vt:lpstr>Discussion</vt:lpstr>
      <vt:lpstr>Conclusion</vt:lpstr>
      <vt:lpstr>Demo screeenshot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Mohamed.Elafandy</cp:lastModifiedBy>
  <cp:revision>3</cp:revision>
  <dcterms:created xsi:type="dcterms:W3CDTF">2013-01-27T09:14:16Z</dcterms:created>
  <dcterms:modified xsi:type="dcterms:W3CDTF">2025-05-25T12:35:14Z</dcterms:modified>
  <cp:category/>
</cp:coreProperties>
</file>